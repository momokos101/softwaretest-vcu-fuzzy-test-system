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5" r:id="rId2"/>
  </p:sldMasterIdLst>
  <p:notesMasterIdLst>
    <p:notesMasterId r:id="rId5"/>
  </p:notesMasterIdLst>
  <p:handoutMasterIdLst>
    <p:handoutMasterId r:id="rId6"/>
  </p:handoutMasterIdLst>
  <p:sldIdLst>
    <p:sldId id="11828599" r:id="rId3"/>
    <p:sldId id="11828600" r:id="rId4"/>
  </p:sldIdLst>
  <p:sldSz cx="9144000" cy="5143500" type="screen16x9"/>
  <p:notesSz cx="9926638" cy="6797675"/>
  <p:custDataLst>
    <p:tags r:id="rId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9">
          <p15:clr>
            <a:srgbClr val="A4A3A4"/>
          </p15:clr>
        </p15:guide>
        <p15:guide id="2" pos="3087">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ia Vida Villanueva" initials="MVV" lastIdx="1" clrIdx="0"/>
  <p:cmAuthor id="1" name="w lp" initials="wl" lastIdx="2" clrIdx="0"/>
  <p:cmAuthor id="2" name="作者" initials="A" lastIdx="0" clrIdx="1"/>
  <p:cmAuthor id="3" name="j tt" initials="jt" lastIdx="1" clrIdx="2"/>
  <p:cmAuthor id="4" name="issuser" initials="i" lastIdx="15" clrIdx="3"/>
  <p:cmAuthor id="5" name="宋洁然" initials="宋" lastIdx="2" clrIdx="1"/>
  <p:cmAuthor id="6" name="ming qiu" initials="m" lastIdx="17" clrIdx="1"/>
  <p:cmAuthor id="7" name="1206988966@qq.com" initials="1" lastIdx="1" clrIdx="2"/>
  <p:cmAuthor id="8" name="姜伟光" initials="姜" lastIdx="1" clrIdx="0"/>
  <p:cmAuthor id="9" name="BPSE" initials="B" lastIdx="3" clrIdx="4"/>
  <p:cmAuthor id="10" name="Rosa-Zhu" initials="Al" lastIdx="1" clrIdx="5"/>
  <p:cmAuthor id="11" name="User" initials="U" lastIdx="1" clrIdx="6"/>
  <p:cmAuthor id="12" name=" " initials="" lastIdx="1" clrIdx="10"/>
  <p:cmAuthor id="13" name="Zhang Dayu" initials="Z" lastIdx="1" clrIdx="12"/>
  <p:cmAuthor id="14" name="zhenghong wang" initials="zw" lastIdx="1" clrIdx="13"/>
  <p:cmAuthor id="15" name="Administrator" initials="A" lastIdx="14" clrIdx="14"/>
  <p:cmAuthor id="17" name="godri" initials="g" lastIdx="1" clrIdx="1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70AD47"/>
    <a:srgbClr val="5B9BD5"/>
    <a:srgbClr val="2E75B6"/>
    <a:srgbClr val="A7A7A7"/>
    <a:srgbClr val="DEEBF7"/>
    <a:srgbClr val="3366CC"/>
    <a:srgbClr val="AFABAB"/>
    <a:srgbClr val="E4EEF8"/>
    <a:srgbClr val="D1E3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47" autoAdjust="0"/>
    <p:restoredTop sz="84447" autoAdjust="0"/>
  </p:normalViewPr>
  <p:slideViewPr>
    <p:cSldViewPr snapToGrid="0">
      <p:cViewPr varScale="1">
        <p:scale>
          <a:sx n="127" d="100"/>
          <a:sy n="127" d="100"/>
        </p:scale>
        <p:origin x="1200" y="120"/>
      </p:cViewPr>
      <p:guideLst>
        <p:guide orient="horz" pos="1039"/>
        <p:guide pos="3087"/>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167" d="100"/>
          <a:sy n="167" d="100"/>
        </p:scale>
        <p:origin x="2418" y="13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commentAuthors" Target="commentAuthors.xml"/><Relationship Id="rId3" Type="http://schemas.openxmlformats.org/officeDocument/2006/relationships/slide" Target="slides/slide1.xml"/><Relationship Id="rId7" Type="http://schemas.openxmlformats.org/officeDocument/2006/relationships/tags" Target="tags/tag1.xml"/><Relationship Id="rId12"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11" Type="http://schemas.openxmlformats.org/officeDocument/2006/relationships/theme" Target="theme/theme1.xml"/><Relationship Id="rId5" Type="http://schemas.openxmlformats.org/officeDocument/2006/relationships/notesMaster" Target="notesMasters/notesMaster1.xml"/><Relationship Id="rId1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4301543" cy="341064"/>
          </a:xfrm>
          <a:prstGeom prst="rect">
            <a:avLst/>
          </a:prstGeom>
        </p:spPr>
        <p:txBody>
          <a:bodyPr vert="horz" lIns="91440" tIns="45720" rIns="91440" bIns="45720" rtlCol="0"/>
          <a:lstStyle>
            <a:lvl1pPr algn="l">
              <a:defRPr sz="1600"/>
            </a:lvl1pPr>
          </a:lstStyle>
          <a:p>
            <a:endParaRPr lang="zh-CN" altLang="en-US"/>
          </a:p>
        </p:txBody>
      </p:sp>
      <p:sp>
        <p:nvSpPr>
          <p:cNvPr id="3" name="日期占位符 2"/>
          <p:cNvSpPr>
            <a:spLocks noGrp="1"/>
          </p:cNvSpPr>
          <p:nvPr>
            <p:ph type="dt" sz="quarter" idx="1"/>
          </p:nvPr>
        </p:nvSpPr>
        <p:spPr>
          <a:xfrm>
            <a:off x="5622798" y="1"/>
            <a:ext cx="4301543" cy="341064"/>
          </a:xfrm>
          <a:prstGeom prst="rect">
            <a:avLst/>
          </a:prstGeom>
        </p:spPr>
        <p:txBody>
          <a:bodyPr vert="horz" lIns="91440" tIns="45720" rIns="91440" bIns="45720" rtlCol="0"/>
          <a:lstStyle>
            <a:lvl1pPr algn="r">
              <a:defRPr sz="1600"/>
            </a:lvl1pPr>
          </a:lstStyle>
          <a:p>
            <a:fld id="{AD5EA0EA-EF55-4F28-9953-57FB8A336F61}" type="datetimeFigureOut">
              <a:rPr lang="zh-CN" altLang="en-US" smtClean="0"/>
              <a:t>2025/4/9</a:t>
            </a:fld>
            <a:endParaRPr lang="zh-CN" altLang="en-US"/>
          </a:p>
        </p:txBody>
      </p:sp>
      <p:sp>
        <p:nvSpPr>
          <p:cNvPr id="4" name="页脚占位符 3"/>
          <p:cNvSpPr>
            <a:spLocks noGrp="1"/>
          </p:cNvSpPr>
          <p:nvPr>
            <p:ph type="ftr" sz="quarter" idx="2"/>
          </p:nvPr>
        </p:nvSpPr>
        <p:spPr>
          <a:xfrm>
            <a:off x="0" y="6456612"/>
            <a:ext cx="4301543" cy="341063"/>
          </a:xfrm>
          <a:prstGeom prst="rect">
            <a:avLst/>
          </a:prstGeom>
        </p:spPr>
        <p:txBody>
          <a:bodyPr vert="horz" lIns="91440" tIns="45720" rIns="91440" bIns="45720" rtlCol="0" anchor="b"/>
          <a:lstStyle>
            <a:lvl1pPr algn="l">
              <a:defRPr sz="1600"/>
            </a:lvl1pPr>
          </a:lstStyle>
          <a:p>
            <a:endParaRPr lang="zh-CN" altLang="en-US"/>
          </a:p>
        </p:txBody>
      </p:sp>
      <p:sp>
        <p:nvSpPr>
          <p:cNvPr id="5" name="灯片编号占位符 4"/>
          <p:cNvSpPr>
            <a:spLocks noGrp="1"/>
          </p:cNvSpPr>
          <p:nvPr>
            <p:ph type="sldNum" sz="quarter" idx="3"/>
          </p:nvPr>
        </p:nvSpPr>
        <p:spPr>
          <a:xfrm>
            <a:off x="5622798" y="6456612"/>
            <a:ext cx="4301543" cy="341063"/>
          </a:xfrm>
          <a:prstGeom prst="rect">
            <a:avLst/>
          </a:prstGeom>
        </p:spPr>
        <p:txBody>
          <a:bodyPr vert="horz" lIns="91440" tIns="45720" rIns="91440" bIns="45720" rtlCol="0" anchor="b"/>
          <a:lstStyle>
            <a:lvl1pPr algn="r">
              <a:defRPr sz="1600"/>
            </a:lvl1pPr>
          </a:lstStyle>
          <a:p>
            <a:fld id="{5D58D12A-C718-41D3-BCEB-DBD760D5B9E7}"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4301543" cy="341064"/>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622798" y="1"/>
            <a:ext cx="4301543" cy="341064"/>
          </a:xfrm>
          <a:prstGeom prst="rect">
            <a:avLst/>
          </a:prstGeom>
        </p:spPr>
        <p:txBody>
          <a:bodyPr vert="horz" lIns="91440" tIns="45720" rIns="91440" bIns="45720" rtlCol="0"/>
          <a:lstStyle>
            <a:lvl1pPr algn="r">
              <a:defRPr sz="1200"/>
            </a:lvl1pPr>
          </a:lstStyle>
          <a:p>
            <a:fld id="{13A85E93-397C-42F7-843A-AA9CAF34BD15}" type="datetimeFigureOut">
              <a:rPr lang="zh-CN" altLang="en-US" smtClean="0"/>
              <a:t>2025/4/9</a:t>
            </a:fld>
            <a:endParaRPr lang="zh-CN" altLang="en-US"/>
          </a:p>
        </p:txBody>
      </p:sp>
      <p:sp>
        <p:nvSpPr>
          <p:cNvPr id="4" name="幻灯片图像占位符 3"/>
          <p:cNvSpPr>
            <a:spLocks noGrp="1" noRot="1" noChangeAspect="1"/>
          </p:cNvSpPr>
          <p:nvPr>
            <p:ph type="sldImg" idx="2"/>
          </p:nvPr>
        </p:nvSpPr>
        <p:spPr>
          <a:xfrm>
            <a:off x="2924175" y="849313"/>
            <a:ext cx="4078288" cy="2293937"/>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92664" y="3271382"/>
            <a:ext cx="7941310" cy="2676585"/>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6456612"/>
            <a:ext cx="4301543" cy="3410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622798" y="6456612"/>
            <a:ext cx="4301543" cy="341063"/>
          </a:xfrm>
          <a:prstGeom prst="rect">
            <a:avLst/>
          </a:prstGeom>
        </p:spPr>
        <p:txBody>
          <a:bodyPr vert="horz" lIns="91440" tIns="45720" rIns="91440" bIns="45720" rtlCol="0" anchor="b"/>
          <a:lstStyle>
            <a:lvl1pPr algn="r">
              <a:defRPr sz="1200"/>
            </a:lvl1pPr>
          </a:lstStyle>
          <a:p>
            <a:fld id="{8DFACA26-B5DE-4E81-848E-6DB202582BD6}"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4C8E0-78E3-5888-8A74-1C49180064E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316ABDD-F5AC-C2CF-661C-0369E2F6E2D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2F1AA6D-808B-6DB4-1E41-7913DD54AC7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24E557E-B797-A3AE-4137-21DD63DADEE6}"/>
              </a:ext>
            </a:extLst>
          </p:cNvPr>
          <p:cNvSpPr>
            <a:spLocks noGrp="1"/>
          </p:cNvSpPr>
          <p:nvPr>
            <p:ph type="sldNum" sz="quarter" idx="5"/>
          </p:nvPr>
        </p:nvSpPr>
        <p:spPr/>
        <p:txBody>
          <a:bodyPr/>
          <a:lstStyle/>
          <a:p>
            <a:fld id="{8DFACA26-B5DE-4E81-848E-6DB202582BD6}" type="slidenum">
              <a:rPr lang="zh-CN" altLang="en-US" smtClean="0"/>
              <a:t>1</a:t>
            </a:fld>
            <a:endParaRPr lang="zh-CN" altLang="en-US"/>
          </a:p>
        </p:txBody>
      </p:sp>
    </p:spTree>
    <p:extLst>
      <p:ext uri="{BB962C8B-B14F-4D97-AF65-F5344CB8AC3E}">
        <p14:creationId xmlns:p14="http://schemas.microsoft.com/office/powerpoint/2010/main" val="13130437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D08C4-33D6-9A23-E5B7-FF16AF68BD9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DF95F7E-E94A-8443-F88F-E2A298A4C79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28532A1-3EAB-7F66-458F-AE4E152D228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A3694EC-6688-C97E-1722-83169E9F3FE9}"/>
              </a:ext>
            </a:extLst>
          </p:cNvPr>
          <p:cNvSpPr>
            <a:spLocks noGrp="1"/>
          </p:cNvSpPr>
          <p:nvPr>
            <p:ph type="sldNum" sz="quarter" idx="5"/>
          </p:nvPr>
        </p:nvSpPr>
        <p:spPr/>
        <p:txBody>
          <a:bodyPr/>
          <a:lstStyle/>
          <a:p>
            <a:fld id="{8DFACA26-B5DE-4E81-848E-6DB202582BD6}" type="slidenum">
              <a:rPr lang="zh-CN" altLang="en-US" smtClean="0"/>
              <a:t>2</a:t>
            </a:fld>
            <a:endParaRPr lang="zh-CN" altLang="en-US"/>
          </a:p>
        </p:txBody>
      </p:sp>
    </p:spTree>
    <p:extLst>
      <p:ext uri="{BB962C8B-B14F-4D97-AF65-F5344CB8AC3E}">
        <p14:creationId xmlns:p14="http://schemas.microsoft.com/office/powerpoint/2010/main" val="3811616632"/>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2.xml"/><Relationship Id="rId5" Type="http://schemas.openxmlformats.org/officeDocument/2006/relationships/image" Target="../media/image9.pn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BEBA8EAE-BF5A-486C-A8C5-ECC9F3942E4B}">
                <a14:imgProps xmlns:a14="http://schemas.microsoft.com/office/drawing/2010/main">
                  <a14:imgLayer r:embed="rId3">
                    <a14:imgEffect>
                      <a14:saturation sat="200000"/>
                    </a14:imgEffect>
                  </a14:imgLayer>
                </a14:imgProps>
              </a:ext>
            </a:extLst>
          </a:blip>
          <a:stretch>
            <a:fillRect/>
          </a:stretch>
        </p:blipFill>
        <p:spPr>
          <a:xfrm>
            <a:off x="0" y="0"/>
            <a:ext cx="9143265" cy="5143500"/>
          </a:xfrm>
          <a:prstGeom prst="rect">
            <a:avLst/>
          </a:prstGeom>
        </p:spPr>
      </p:pic>
      <p:sp>
        <p:nvSpPr>
          <p:cNvPr id="5" name="文本框 4"/>
          <p:cNvSpPr txBox="1"/>
          <p:nvPr userDrawn="1"/>
        </p:nvSpPr>
        <p:spPr>
          <a:xfrm>
            <a:off x="683568" y="483518"/>
            <a:ext cx="2090637" cy="584775"/>
          </a:xfrm>
          <a:prstGeom prst="rect">
            <a:avLst/>
          </a:prstGeom>
          <a:noFill/>
        </p:spPr>
        <p:txBody>
          <a:bodyPr wrap="none" rtlCol="0">
            <a:spAutoFit/>
          </a:bodyPr>
          <a:lstStyle/>
          <a:p>
            <a:r>
              <a:rPr lang="en-US" altLang="zh-CN" sz="3200" dirty="0">
                <a:solidFill>
                  <a:schemeClr val="bg1">
                    <a:lumMod val="65000"/>
                  </a:schemeClr>
                </a:solidFill>
                <a:latin typeface="Candara Light" panose="020E0502030303020204" pitchFamily="34" charset="0"/>
              </a:rPr>
              <a:t>CONTENTS</a:t>
            </a:r>
            <a:endParaRPr lang="zh-CN" altLang="en-US" sz="3200" dirty="0">
              <a:solidFill>
                <a:schemeClr val="bg1">
                  <a:lumMod val="65000"/>
                </a:schemeClr>
              </a:solidFill>
              <a:latin typeface="Candara Light" panose="020E0502030303020204" pitchFamily="34" charset="0"/>
            </a:endParaRPr>
          </a:p>
        </p:txBody>
      </p:sp>
      <p:pic>
        <p:nvPicPr>
          <p:cNvPr id="6" name="图片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842053" y="210824"/>
            <a:ext cx="2025501" cy="13553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5_标题幻灯片">
    <p:spTree>
      <p:nvGrpSpPr>
        <p:cNvPr id="1" name=""/>
        <p:cNvGrpSpPr/>
        <p:nvPr/>
      </p:nvGrpSpPr>
      <p:grpSpPr>
        <a:xfrm>
          <a:off x="0" y="0"/>
          <a:ext cx="0" cy="0"/>
          <a:chOff x="0" y="0"/>
          <a:chExt cx="0" cy="0"/>
        </a:xfrm>
      </p:grpSpPr>
      <p:sp>
        <p:nvSpPr>
          <p:cNvPr id="7" name="梯形 6"/>
          <p:cNvSpPr/>
          <p:nvPr userDrawn="1"/>
        </p:nvSpPr>
        <p:spPr>
          <a:xfrm rot="5400000">
            <a:off x="4352175" y="-4352177"/>
            <a:ext cx="439269" cy="9143623"/>
          </a:xfrm>
          <a:prstGeom prst="trapezoid">
            <a:avLst>
              <a:gd name="adj" fmla="val 0"/>
            </a:avLst>
          </a:prstGeom>
          <a:gradFill flip="none" rotWithShape="1">
            <a:gsLst>
              <a:gs pos="100000">
                <a:srgbClr val="3E89CE"/>
              </a:gs>
              <a:gs pos="0">
                <a:srgbClr val="E4EEF8"/>
              </a:gs>
            </a:gsLst>
            <a:lin ang="6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dirty="0"/>
          </a:p>
        </p:txBody>
      </p:sp>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78" y="425621"/>
            <a:ext cx="9143244" cy="191720"/>
          </a:xfrm>
          <a:prstGeom prst="rect">
            <a:avLst/>
          </a:prstGeom>
        </p:spPr>
      </p:pic>
      <p:pic>
        <p:nvPicPr>
          <p:cNvPr id="9" name="图片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flipV="1">
            <a:off x="378" y="455273"/>
            <a:ext cx="9143244" cy="73349"/>
          </a:xfrm>
          <a:prstGeom prst="rect">
            <a:avLst/>
          </a:prstGeom>
        </p:spPr>
      </p:pic>
      <p:pic>
        <p:nvPicPr>
          <p:cNvPr id="11" name="图片 1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flipV="1">
            <a:off x="-2" y="544189"/>
            <a:ext cx="9143244" cy="45719"/>
          </a:xfrm>
          <a:prstGeom prst="rect">
            <a:avLst/>
          </a:prstGeom>
        </p:spPr>
      </p:pic>
      <p:sp>
        <p:nvSpPr>
          <p:cNvPr id="12" name="TextBox 1"/>
          <p:cNvSpPr txBox="1"/>
          <p:nvPr userDrawn="1"/>
        </p:nvSpPr>
        <p:spPr>
          <a:xfrm>
            <a:off x="8398912" y="4845095"/>
            <a:ext cx="640313" cy="246221"/>
          </a:xfrm>
          <a:prstGeom prst="rect">
            <a:avLst/>
          </a:prstGeom>
          <a:noFill/>
        </p:spPr>
        <p:txBody>
          <a:bodyPr wrap="square" rtlCol="0">
            <a:spAutoFit/>
          </a:bodyPr>
          <a:lstStyle/>
          <a:p>
            <a:fld id="{EB9B3E0A-08C7-4861-A325-1C94E9298050}" type="slidenum">
              <a:rPr lang="zh-CN" altLang="en-US" sz="1000" b="1" smtClean="0">
                <a:solidFill>
                  <a:schemeClr val="tx1">
                    <a:lumMod val="75000"/>
                    <a:lumOff val="25000"/>
                  </a:schemeClr>
                </a:solidFill>
                <a:latin typeface="+mn-ea"/>
                <a:ea typeface="+mn-ea"/>
              </a:rPr>
              <a:t>‹#›</a:t>
            </a:fld>
            <a:r>
              <a:rPr lang="en-US" altLang="zh-CN" sz="1000" b="1" dirty="0">
                <a:solidFill>
                  <a:schemeClr val="tx1">
                    <a:lumMod val="75000"/>
                    <a:lumOff val="25000"/>
                  </a:schemeClr>
                </a:solidFill>
                <a:latin typeface="+mn-ea"/>
                <a:ea typeface="+mn-ea"/>
              </a:rPr>
              <a:t>/</a:t>
            </a:r>
            <a:endParaRPr lang="zh-CN" altLang="en-US" sz="1000" b="1" dirty="0">
              <a:solidFill>
                <a:schemeClr val="tx1">
                  <a:lumMod val="75000"/>
                  <a:lumOff val="25000"/>
                </a:schemeClr>
              </a:solidFill>
              <a:latin typeface="+mn-ea"/>
              <a:ea typeface="+mn-ea"/>
            </a:endParaRPr>
          </a:p>
        </p:txBody>
      </p:sp>
      <p:sp>
        <p:nvSpPr>
          <p:cNvPr id="14" name="标题 1"/>
          <p:cNvSpPr>
            <a:spLocks noGrp="1"/>
          </p:cNvSpPr>
          <p:nvPr>
            <p:ph type="title"/>
          </p:nvPr>
        </p:nvSpPr>
        <p:spPr>
          <a:xfrm>
            <a:off x="164522" y="49961"/>
            <a:ext cx="7106822" cy="369109"/>
          </a:xfrm>
          <a:prstGeom prst="rect">
            <a:avLst/>
          </a:prstGeom>
        </p:spPr>
        <p:txBody>
          <a:bodyPr anchor="ctr"/>
          <a:lstStyle>
            <a:lvl1pPr>
              <a:defRPr sz="1800" b="1">
                <a:solidFill>
                  <a:schemeClr val="bg1"/>
                </a:solidFill>
                <a:latin typeface="+mj-ea"/>
                <a:ea typeface="+mj-ea"/>
              </a:defRPr>
            </a:lvl1pPr>
          </a:lstStyle>
          <a:p>
            <a:r>
              <a:rPr lang="zh-CN" altLang="en-US" dirty="0"/>
              <a:t>单击此处编辑母版标题样式</a:t>
            </a:r>
          </a:p>
        </p:txBody>
      </p:sp>
      <p:sp>
        <p:nvSpPr>
          <p:cNvPr id="15" name="文本框 14"/>
          <p:cNvSpPr txBox="1"/>
          <p:nvPr userDrawn="1"/>
        </p:nvSpPr>
        <p:spPr>
          <a:xfrm>
            <a:off x="7649736" y="203277"/>
            <a:ext cx="1448898" cy="215444"/>
          </a:xfrm>
          <a:prstGeom prst="rect">
            <a:avLst/>
          </a:prstGeom>
          <a:noFill/>
        </p:spPr>
        <p:txBody>
          <a:bodyPr wrap="square" rtlCol="0">
            <a:spAutoFit/>
          </a:bodyPr>
          <a:lstStyle/>
          <a:p>
            <a:pPr algn="dist"/>
            <a:r>
              <a:rPr kumimoji="1" lang="zh-CN" altLang="en-US" sz="800" b="1" i="0" dirty="0">
                <a:solidFill>
                  <a:schemeClr val="tx1">
                    <a:lumMod val="50000"/>
                    <a:lumOff val="50000"/>
                  </a:schemeClr>
                </a:solidFill>
                <a:effectLst/>
                <a:latin typeface="楷体" panose="02010609060101010101" pitchFamily="49" charset="-122"/>
                <a:ea typeface="楷体" panose="02010609060101010101" pitchFamily="49" charset="-122"/>
                <a:cs typeface="Lantinghei SC Demibold" charset="-122"/>
              </a:rPr>
              <a:t>创新  协同  卓越  担当 </a:t>
            </a:r>
          </a:p>
        </p:txBody>
      </p:sp>
      <p:pic>
        <p:nvPicPr>
          <p:cNvPr id="16" name="图片 15"/>
          <p:cNvPicPr>
            <a:picLocks noChangeAspect="1"/>
          </p:cNvPicPr>
          <p:nvPr userDrawn="1"/>
        </p:nvPicPr>
        <p:blipFill>
          <a:blip r:embed="rId4" cstate="print"/>
          <a:stretch>
            <a:fillRect/>
          </a:stretch>
        </p:blipFill>
        <p:spPr>
          <a:xfrm>
            <a:off x="7224448" y="100161"/>
            <a:ext cx="1775372" cy="1188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标题幻灯片">
    <p:spTree>
      <p:nvGrpSpPr>
        <p:cNvPr id="1" name=""/>
        <p:cNvGrpSpPr/>
        <p:nvPr/>
      </p:nvGrpSpPr>
      <p:grpSpPr>
        <a:xfrm>
          <a:off x="0" y="0"/>
          <a:ext cx="0" cy="0"/>
          <a:chOff x="0" y="0"/>
          <a:chExt cx="0" cy="0"/>
        </a:xfrm>
      </p:grpSpPr>
      <p:sp>
        <p:nvSpPr>
          <p:cNvPr id="7" name="梯形 6"/>
          <p:cNvSpPr/>
          <p:nvPr userDrawn="1"/>
        </p:nvSpPr>
        <p:spPr>
          <a:xfrm rot="5400000">
            <a:off x="4352175" y="-4352177"/>
            <a:ext cx="439269" cy="9143623"/>
          </a:xfrm>
          <a:prstGeom prst="trapezoid">
            <a:avLst>
              <a:gd name="adj" fmla="val 0"/>
            </a:avLst>
          </a:prstGeom>
          <a:gradFill flip="none" rotWithShape="1">
            <a:gsLst>
              <a:gs pos="100000">
                <a:srgbClr val="3E89CE"/>
              </a:gs>
              <a:gs pos="0">
                <a:srgbClr val="E4EEF8"/>
              </a:gs>
            </a:gsLst>
            <a:lin ang="6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dirty="0"/>
          </a:p>
        </p:txBody>
      </p:sp>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78" y="425621"/>
            <a:ext cx="9143244" cy="191720"/>
          </a:xfrm>
          <a:prstGeom prst="rect">
            <a:avLst/>
          </a:prstGeom>
        </p:spPr>
      </p:pic>
      <p:pic>
        <p:nvPicPr>
          <p:cNvPr id="9" name="图片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flipV="1">
            <a:off x="378" y="455273"/>
            <a:ext cx="9143244" cy="73349"/>
          </a:xfrm>
          <a:prstGeom prst="rect">
            <a:avLst/>
          </a:prstGeom>
        </p:spPr>
      </p:pic>
      <p:pic>
        <p:nvPicPr>
          <p:cNvPr id="11" name="图片 1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flipV="1">
            <a:off x="-2" y="544189"/>
            <a:ext cx="9143244" cy="45719"/>
          </a:xfrm>
          <a:prstGeom prst="rect">
            <a:avLst/>
          </a:prstGeom>
        </p:spPr>
      </p:pic>
      <p:sp>
        <p:nvSpPr>
          <p:cNvPr id="12" name="TextBox 1"/>
          <p:cNvSpPr txBox="1"/>
          <p:nvPr userDrawn="1"/>
        </p:nvSpPr>
        <p:spPr>
          <a:xfrm>
            <a:off x="8398912" y="4845095"/>
            <a:ext cx="640313" cy="246221"/>
          </a:xfrm>
          <a:prstGeom prst="rect">
            <a:avLst/>
          </a:prstGeom>
          <a:noFill/>
        </p:spPr>
        <p:txBody>
          <a:bodyPr wrap="square" rtlCol="0">
            <a:spAutoFit/>
          </a:bodyPr>
          <a:lstStyle/>
          <a:p>
            <a:fld id="{EB9B3E0A-08C7-4861-A325-1C94E9298050}" type="slidenum">
              <a:rPr lang="zh-CN" altLang="en-US" sz="1000" b="1" smtClean="0">
                <a:solidFill>
                  <a:schemeClr val="tx1">
                    <a:lumMod val="75000"/>
                    <a:lumOff val="25000"/>
                  </a:schemeClr>
                </a:solidFill>
                <a:latin typeface="+mn-ea"/>
                <a:ea typeface="+mn-ea"/>
              </a:rPr>
              <a:t>‹#›</a:t>
            </a:fld>
            <a:r>
              <a:rPr lang="en-US" altLang="zh-CN" sz="1000" b="1" dirty="0">
                <a:solidFill>
                  <a:schemeClr val="tx1">
                    <a:lumMod val="75000"/>
                    <a:lumOff val="25000"/>
                  </a:schemeClr>
                </a:solidFill>
                <a:latin typeface="+mn-ea"/>
                <a:ea typeface="+mn-ea"/>
              </a:rPr>
              <a:t>/18</a:t>
            </a:r>
            <a:endParaRPr lang="zh-CN" altLang="en-US" sz="1000" b="1" dirty="0">
              <a:solidFill>
                <a:schemeClr val="tx1">
                  <a:lumMod val="75000"/>
                  <a:lumOff val="25000"/>
                </a:schemeClr>
              </a:solidFill>
              <a:latin typeface="+mn-ea"/>
              <a:ea typeface="+mn-ea"/>
            </a:endParaRPr>
          </a:p>
        </p:txBody>
      </p:sp>
      <p:sp>
        <p:nvSpPr>
          <p:cNvPr id="2" name="标题 1"/>
          <p:cNvSpPr>
            <a:spLocks noGrp="1"/>
          </p:cNvSpPr>
          <p:nvPr>
            <p:ph type="title"/>
          </p:nvPr>
        </p:nvSpPr>
        <p:spPr>
          <a:xfrm>
            <a:off x="164522" y="49961"/>
            <a:ext cx="7106822" cy="369109"/>
          </a:xfrm>
          <a:prstGeom prst="rect">
            <a:avLst/>
          </a:prstGeom>
        </p:spPr>
        <p:txBody>
          <a:bodyPr anchor="ctr"/>
          <a:lstStyle>
            <a:lvl1pPr>
              <a:defRPr sz="1800" b="1">
                <a:solidFill>
                  <a:schemeClr val="bg1"/>
                </a:solidFill>
                <a:latin typeface="+mj-ea"/>
                <a:ea typeface="+mj-ea"/>
              </a:defRPr>
            </a:lvl1pPr>
          </a:lstStyle>
          <a:p>
            <a:r>
              <a:rPr lang="zh-CN" altLang="en-US" dirty="0"/>
              <a:t>单击此处编辑母版标题样式</a:t>
            </a:r>
          </a:p>
        </p:txBody>
      </p:sp>
      <p:sp>
        <p:nvSpPr>
          <p:cNvPr id="4" name="内容占位符 3"/>
          <p:cNvSpPr>
            <a:spLocks noGrp="1"/>
          </p:cNvSpPr>
          <p:nvPr>
            <p:ph sz="quarter" idx="10" hasCustomPrompt="1"/>
          </p:nvPr>
        </p:nvSpPr>
        <p:spPr>
          <a:xfrm>
            <a:off x="0" y="612127"/>
            <a:ext cx="9143242" cy="540000"/>
          </a:xfrm>
          <a:prstGeom prst="rect">
            <a:avLst/>
          </a:prstGeom>
          <a:solidFill>
            <a:schemeClr val="bg1">
              <a:lumMod val="95000"/>
            </a:schemeClr>
          </a:solidFill>
        </p:spPr>
        <p:txBody>
          <a:bodyPr/>
          <a:lstStyle>
            <a:lvl1pPr marL="152400" indent="-152400">
              <a:buFont typeface="Wingdings" panose="05000000000000000000" pitchFamily="2" charset="2"/>
              <a:buChar char="n"/>
              <a:defRPr sz="1200"/>
            </a:lvl1pPr>
            <a:lvl2pPr marL="457200" indent="-152400">
              <a:buFont typeface="Wingdings" panose="05000000000000000000" pitchFamily="2" charset="2"/>
              <a:buChar char="p"/>
              <a:defRPr sz="1200"/>
            </a:lvl2pPr>
            <a:lvl3pPr marL="762000" indent="-152400">
              <a:buFont typeface="Wingdings" panose="05000000000000000000" pitchFamily="2" charset="2"/>
              <a:buChar char="ü"/>
              <a:defRPr sz="1200"/>
            </a:lvl3pPr>
            <a:lvl4pPr marL="1066800" indent="-152400">
              <a:buFont typeface="Wingdings" panose="05000000000000000000" pitchFamily="2" charset="2"/>
              <a:buChar char="Ø"/>
              <a:defRPr sz="1200"/>
            </a:lvl4pPr>
            <a:lvl5pPr>
              <a:defRPr sz="1200"/>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3" name="文本框 12"/>
          <p:cNvSpPr txBox="1"/>
          <p:nvPr userDrawn="1"/>
        </p:nvSpPr>
        <p:spPr>
          <a:xfrm>
            <a:off x="7649736" y="203277"/>
            <a:ext cx="1448898" cy="215444"/>
          </a:xfrm>
          <a:prstGeom prst="rect">
            <a:avLst/>
          </a:prstGeom>
          <a:noFill/>
        </p:spPr>
        <p:txBody>
          <a:bodyPr wrap="square" rtlCol="0">
            <a:spAutoFit/>
          </a:bodyPr>
          <a:lstStyle/>
          <a:p>
            <a:pPr algn="dist"/>
            <a:r>
              <a:rPr kumimoji="1" lang="zh-CN" altLang="en-US" sz="800" b="1" i="0" dirty="0">
                <a:solidFill>
                  <a:schemeClr val="tx1">
                    <a:lumMod val="50000"/>
                    <a:lumOff val="50000"/>
                  </a:schemeClr>
                </a:solidFill>
                <a:effectLst/>
                <a:latin typeface="楷体" panose="02010609060101010101" pitchFamily="49" charset="-122"/>
                <a:ea typeface="楷体" panose="02010609060101010101" pitchFamily="49" charset="-122"/>
                <a:cs typeface="Lantinghei SC Demibold" charset="-122"/>
              </a:rPr>
              <a:t>创新  协同  卓越  担当 </a:t>
            </a:r>
          </a:p>
        </p:txBody>
      </p:sp>
      <p:pic>
        <p:nvPicPr>
          <p:cNvPr id="14" name="图片 13"/>
          <p:cNvPicPr>
            <a:picLocks noChangeAspect="1"/>
          </p:cNvPicPr>
          <p:nvPr userDrawn="1"/>
        </p:nvPicPr>
        <p:blipFill>
          <a:blip r:embed="rId4" cstate="print"/>
          <a:stretch>
            <a:fillRect/>
          </a:stretch>
        </p:blipFill>
        <p:spPr>
          <a:xfrm>
            <a:off x="7224448" y="100161"/>
            <a:ext cx="1775372" cy="1188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8" name="梯形 7"/>
          <p:cNvSpPr/>
          <p:nvPr userDrawn="1"/>
        </p:nvSpPr>
        <p:spPr>
          <a:xfrm rot="16200000">
            <a:off x="2831279" y="-2275301"/>
            <a:ext cx="3481823" cy="9143623"/>
          </a:xfrm>
          <a:prstGeom prst="trapezoid">
            <a:avLst>
              <a:gd name="adj" fmla="val 26273"/>
            </a:avLst>
          </a:prstGeom>
          <a:gradFill flip="none" rotWithShape="1">
            <a:gsLst>
              <a:gs pos="0">
                <a:srgbClr val="3E89CE"/>
              </a:gs>
              <a:gs pos="100000">
                <a:srgbClr val="E4EEF8"/>
              </a:gs>
            </a:gsLst>
            <a:lin ang="6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200" b="1" i="0" u="none" strike="noStrike" kern="1200" cap="none" spc="0" normalizeH="0" baseline="0" noProof="0" dirty="0">
              <a:ln>
                <a:noFill/>
              </a:ln>
              <a:solidFill>
                <a:prstClr val="white"/>
              </a:solidFill>
              <a:effectLst/>
              <a:uLnTx/>
              <a:uFillTx/>
              <a:latin typeface="Arial Narrow" panose="020B0606020202030204"/>
              <a:ea typeface="微软雅黑" panose="020B0503020204020204" pitchFamily="34" charset="-122"/>
              <a:cs typeface="+mn-cs"/>
            </a:endParaRPr>
          </a:p>
        </p:txBody>
      </p:sp>
      <p:pic>
        <p:nvPicPr>
          <p:cNvPr id="9" name="图片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78" y="948268"/>
            <a:ext cx="9278850" cy="2748602"/>
          </a:xfrm>
          <a:prstGeom prst="rect">
            <a:avLst/>
          </a:prstGeom>
        </p:spPr>
      </p:pic>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rot="10195975">
            <a:off x="-2201280" y="1439864"/>
            <a:ext cx="11864957" cy="2377294"/>
          </a:xfrm>
          <a:prstGeom prst="rect">
            <a:avLst/>
          </a:prstGeom>
        </p:spPr>
      </p:pic>
      <p:pic>
        <p:nvPicPr>
          <p:cNvPr id="12" name="图片 11"/>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996888" y="2443382"/>
            <a:ext cx="850778" cy="850778"/>
          </a:xfrm>
          <a:prstGeom prst="rect">
            <a:avLst/>
          </a:prstGeom>
        </p:spPr>
      </p:pic>
      <p:pic>
        <p:nvPicPr>
          <p:cNvPr id="13" name="图片 12"/>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129143" y="2443382"/>
            <a:ext cx="841160" cy="850778"/>
          </a:xfrm>
          <a:prstGeom prst="rect">
            <a:avLst/>
          </a:prstGeom>
        </p:spPr>
      </p:pic>
      <p:pic>
        <p:nvPicPr>
          <p:cNvPr id="14" name="图片 13"/>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5251780" y="2443382"/>
            <a:ext cx="850778" cy="850778"/>
          </a:xfrm>
          <a:prstGeom prst="rect">
            <a:avLst/>
          </a:prstGeom>
        </p:spPr>
      </p:pic>
      <p:sp>
        <p:nvSpPr>
          <p:cNvPr id="15" name="矩形 14"/>
          <p:cNvSpPr/>
          <p:nvPr userDrawn="1"/>
        </p:nvSpPr>
        <p:spPr>
          <a:xfrm>
            <a:off x="1908363" y="1579609"/>
            <a:ext cx="5327274" cy="523220"/>
          </a:xfrm>
          <a:prstGeom prst="rect">
            <a:avLst/>
          </a:prstGeom>
        </p:spPr>
        <p:txBody>
          <a:bodyPr wrap="square">
            <a:spAutoFit/>
          </a:bodyPr>
          <a:lstStyle/>
          <a:p>
            <a:pPr marL="0" marR="0" lvl="0" indent="0" algn="dist" defTabSz="4572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dirty="0">
                <a:ln>
                  <a:noFill/>
                </a:ln>
                <a:solidFill>
                  <a:prstClr val="white"/>
                </a:solidFill>
                <a:effectLst/>
                <a:uLnTx/>
                <a:uFillTx/>
                <a:latin typeface="微软雅黑" panose="020B0503020204020204" pitchFamily="34" charset="-122"/>
                <a:ea typeface="微软雅黑" panose="020B0503020204020204" pitchFamily="34" charset="-122"/>
                <a:cs typeface="+mn-cs"/>
              </a:rPr>
              <a:t>—</a:t>
            </a:r>
            <a:r>
              <a:rPr kumimoji="0" lang="zh-CN" altLang="en-US" sz="2800" b="1" i="0" u="none" strike="noStrike" kern="1200" cap="none" spc="0" normalizeH="0" baseline="0" dirty="0">
                <a:ln>
                  <a:noFill/>
                </a:ln>
                <a:solidFill>
                  <a:prstClr val="white"/>
                </a:solidFill>
                <a:effectLst/>
                <a:uLnTx/>
                <a:uFillTx/>
                <a:latin typeface="微软雅黑" panose="020B0503020204020204" pitchFamily="34" charset="-122"/>
                <a:ea typeface="微软雅黑" panose="020B0503020204020204" pitchFamily="34" charset="-122"/>
                <a:cs typeface="+mn-cs"/>
              </a:rPr>
              <a:t>极致追求商品成功</a:t>
            </a:r>
            <a:r>
              <a:rPr kumimoji="0" lang="en-US" altLang="zh-CN" sz="2800" b="1" i="0" u="none" strike="noStrike" kern="1200" cap="none" spc="0" normalizeH="0" baseline="0" dirty="0">
                <a:ln>
                  <a:noFill/>
                </a:ln>
                <a:solidFill>
                  <a:prstClr val="white"/>
                </a:solidFill>
                <a:effectLst/>
                <a:uLnTx/>
                <a:uFillTx/>
                <a:latin typeface="微软雅黑" panose="020B0503020204020204" pitchFamily="34" charset="-122"/>
                <a:ea typeface="微软雅黑" panose="020B0503020204020204" pitchFamily="34" charset="-122"/>
                <a:cs typeface="+mn-cs"/>
              </a:rPr>
              <a:t>—</a:t>
            </a:r>
            <a:endParaRPr kumimoji="0" lang="zh-CN" altLang="zh-CN" sz="2800" b="1" i="0" u="none" strike="noStrike" kern="1200" cap="none" spc="0" normalizeH="0" baseline="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pic>
        <p:nvPicPr>
          <p:cNvPr id="16" name="图片 15"/>
          <p:cNvPicPr>
            <a:picLocks noChangeAspect="1"/>
          </p:cNvPicPr>
          <p:nvPr userDrawn="1"/>
        </p:nvPicPr>
        <p:blipFill>
          <a:blip r:embed="rId7" cstate="print"/>
          <a:stretch>
            <a:fillRect/>
          </a:stretch>
        </p:blipFill>
        <p:spPr>
          <a:xfrm>
            <a:off x="6870453" y="213108"/>
            <a:ext cx="2044367" cy="13680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空白">
    <p:spTree>
      <p:nvGrpSpPr>
        <p:cNvPr id="1" name=""/>
        <p:cNvGrpSpPr/>
        <p:nvPr/>
      </p:nvGrpSpPr>
      <p:grpSpPr>
        <a:xfrm>
          <a:off x="0" y="0"/>
          <a:ext cx="0" cy="0"/>
          <a:chOff x="0" y="0"/>
          <a:chExt cx="0" cy="0"/>
        </a:xfrm>
      </p:grpSpPr>
      <p:sp>
        <p:nvSpPr>
          <p:cNvPr id="11" name="梯形 10"/>
          <p:cNvSpPr/>
          <p:nvPr userDrawn="1"/>
        </p:nvSpPr>
        <p:spPr>
          <a:xfrm rot="16200000">
            <a:off x="2831278" y="-2275302"/>
            <a:ext cx="3481823" cy="9143623"/>
          </a:xfrm>
          <a:prstGeom prst="trapezoid">
            <a:avLst>
              <a:gd name="adj" fmla="val 26273"/>
            </a:avLst>
          </a:prstGeom>
          <a:gradFill flip="none" rotWithShape="1">
            <a:gsLst>
              <a:gs pos="0">
                <a:srgbClr val="3E89CE"/>
              </a:gs>
              <a:gs pos="100000">
                <a:srgbClr val="E4EEF8"/>
              </a:gs>
            </a:gsLst>
            <a:lin ang="6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dirty="0"/>
          </a:p>
        </p:txBody>
      </p:sp>
      <p:pic>
        <p:nvPicPr>
          <p:cNvPr id="15" name="图片 1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78" y="948268"/>
            <a:ext cx="9278850" cy="2748602"/>
          </a:xfrm>
          <a:prstGeom prst="rect">
            <a:avLst/>
          </a:prstGeom>
        </p:spPr>
      </p:pic>
      <p:pic>
        <p:nvPicPr>
          <p:cNvPr id="20" name="图片 19"/>
          <p:cNvPicPr>
            <a:picLocks noChangeAspect="1"/>
          </p:cNvPicPr>
          <p:nvPr userDrawn="1"/>
        </p:nvPicPr>
        <p:blipFill>
          <a:blip r:embed="rId3"/>
          <a:stretch>
            <a:fillRect/>
          </a:stretch>
        </p:blipFill>
        <p:spPr>
          <a:xfrm rot="10195975">
            <a:off x="-2201280" y="1439863"/>
            <a:ext cx="11864957" cy="2377294"/>
          </a:xfrm>
          <a:prstGeom prst="rect">
            <a:avLst/>
          </a:prstGeom>
        </p:spPr>
      </p:pic>
      <p:pic>
        <p:nvPicPr>
          <p:cNvPr id="21" name="图片 20"/>
          <p:cNvPicPr>
            <a:picLocks noChangeAspect="1"/>
          </p:cNvPicPr>
          <p:nvPr userDrawn="1"/>
        </p:nvPicPr>
        <p:blipFill>
          <a:blip r:embed="rId4" cstate="print"/>
          <a:stretch>
            <a:fillRect/>
          </a:stretch>
        </p:blipFill>
        <p:spPr>
          <a:xfrm>
            <a:off x="6870453" y="213108"/>
            <a:ext cx="2044367" cy="136800"/>
          </a:xfrm>
          <a:prstGeom prst="rect">
            <a:avLst/>
          </a:prstGeom>
        </p:spPr>
      </p:pic>
      <p:sp>
        <p:nvSpPr>
          <p:cNvPr id="22" name="图片占位符 4"/>
          <p:cNvSpPr>
            <a:spLocks noGrp="1"/>
          </p:cNvSpPr>
          <p:nvPr>
            <p:ph type="pic" sz="quarter" idx="10"/>
          </p:nvPr>
        </p:nvSpPr>
        <p:spPr>
          <a:xfrm>
            <a:off x="5747990" y="540719"/>
            <a:ext cx="3278189" cy="3423075"/>
          </a:xfrm>
          <a:custGeom>
            <a:avLst/>
            <a:gdLst>
              <a:gd name="connsiteX0" fmla="*/ 0 w 3272612"/>
              <a:gd name="connsiteY0" fmla="*/ 2759578 h 2759578"/>
              <a:gd name="connsiteX1" fmla="*/ 0 w 3272612"/>
              <a:gd name="connsiteY1" fmla="*/ 0 h 2759578"/>
              <a:gd name="connsiteX2" fmla="*/ 3272612 w 3272612"/>
              <a:gd name="connsiteY2" fmla="*/ 2759578 h 2759578"/>
              <a:gd name="connsiteX3" fmla="*/ 0 w 3272612"/>
              <a:gd name="connsiteY3" fmla="*/ 2759578 h 2759578"/>
              <a:gd name="connsiteX0-1" fmla="*/ 0 w 3367669"/>
              <a:gd name="connsiteY0-2" fmla="*/ 2815334 h 2815334"/>
              <a:gd name="connsiteX1-3" fmla="*/ 3367669 w 3367669"/>
              <a:gd name="connsiteY1-4" fmla="*/ 0 h 2815334"/>
              <a:gd name="connsiteX2-5" fmla="*/ 3272612 w 3367669"/>
              <a:gd name="connsiteY2-6" fmla="*/ 2815334 h 2815334"/>
              <a:gd name="connsiteX3-7" fmla="*/ 0 w 3367669"/>
              <a:gd name="connsiteY3-8" fmla="*/ 2815334 h 2815334"/>
              <a:gd name="connsiteX0-9" fmla="*/ 0 w 3367669"/>
              <a:gd name="connsiteY0-10" fmla="*/ 2815334 h 2832061"/>
              <a:gd name="connsiteX1-11" fmla="*/ 3367669 w 3367669"/>
              <a:gd name="connsiteY1-12" fmla="*/ 0 h 2832061"/>
              <a:gd name="connsiteX2-13" fmla="*/ 3060738 w 3367669"/>
              <a:gd name="connsiteY2-14" fmla="*/ 2832061 h 2832061"/>
              <a:gd name="connsiteX3-15" fmla="*/ 0 w 3367669"/>
              <a:gd name="connsiteY3-16" fmla="*/ 2815334 h 2832061"/>
              <a:gd name="connsiteX0-17" fmla="*/ 0 w 3367669"/>
              <a:gd name="connsiteY0-18" fmla="*/ 2815334 h 3177749"/>
              <a:gd name="connsiteX1-19" fmla="*/ 3367669 w 3367669"/>
              <a:gd name="connsiteY1-20" fmla="*/ 0 h 3177749"/>
              <a:gd name="connsiteX2-21" fmla="*/ 3339519 w 3367669"/>
              <a:gd name="connsiteY2-22" fmla="*/ 3177749 h 3177749"/>
              <a:gd name="connsiteX3-23" fmla="*/ 0 w 3367669"/>
              <a:gd name="connsiteY3-24" fmla="*/ 2815334 h 3177749"/>
              <a:gd name="connsiteX0-25" fmla="*/ 0 w 3367669"/>
              <a:gd name="connsiteY0-26" fmla="*/ 2815334 h 3172173"/>
              <a:gd name="connsiteX1-27" fmla="*/ 3367669 w 3367669"/>
              <a:gd name="connsiteY1-28" fmla="*/ 0 h 3172173"/>
              <a:gd name="connsiteX2-29" fmla="*/ 3367397 w 3367669"/>
              <a:gd name="connsiteY2-30" fmla="*/ 3172173 h 3172173"/>
              <a:gd name="connsiteX3-31" fmla="*/ 0 w 3367669"/>
              <a:gd name="connsiteY3-32" fmla="*/ 2815334 h 3172173"/>
              <a:gd name="connsiteX0-33" fmla="*/ 0 w 3401123"/>
              <a:gd name="connsiteY0-34" fmla="*/ 3021631 h 3378470"/>
              <a:gd name="connsiteX1-35" fmla="*/ 3401123 w 3401123"/>
              <a:gd name="connsiteY1-36" fmla="*/ 0 h 3378470"/>
              <a:gd name="connsiteX2-37" fmla="*/ 3367397 w 3401123"/>
              <a:gd name="connsiteY2-38" fmla="*/ 3378470 h 3378470"/>
              <a:gd name="connsiteX3-39" fmla="*/ 0 w 3401123"/>
              <a:gd name="connsiteY3-40" fmla="*/ 3021631 h 3378470"/>
              <a:gd name="connsiteX0-41" fmla="*/ 0 w 3272884"/>
              <a:gd name="connsiteY0-42" fmla="*/ 3094114 h 3378470"/>
              <a:gd name="connsiteX1-43" fmla="*/ 3272884 w 3272884"/>
              <a:gd name="connsiteY1-44" fmla="*/ 0 h 3378470"/>
              <a:gd name="connsiteX2-45" fmla="*/ 3239158 w 3272884"/>
              <a:gd name="connsiteY2-46" fmla="*/ 3378470 h 3378470"/>
              <a:gd name="connsiteX3-47" fmla="*/ 0 w 3272884"/>
              <a:gd name="connsiteY3-48" fmla="*/ 3094114 h 3378470"/>
              <a:gd name="connsiteX0-49" fmla="*/ 0 w 3272884"/>
              <a:gd name="connsiteY0-50" fmla="*/ 3094114 h 3423075"/>
              <a:gd name="connsiteX1-51" fmla="*/ 3272884 w 3272884"/>
              <a:gd name="connsiteY1-52" fmla="*/ 0 h 3423075"/>
              <a:gd name="connsiteX2-53" fmla="*/ 3255885 w 3272884"/>
              <a:gd name="connsiteY2-54" fmla="*/ 3423075 h 3423075"/>
              <a:gd name="connsiteX3-55" fmla="*/ 0 w 3272884"/>
              <a:gd name="connsiteY3-56" fmla="*/ 3094114 h 3423075"/>
              <a:gd name="connsiteX0-57" fmla="*/ 0 w 3278189"/>
              <a:gd name="connsiteY0-58" fmla="*/ 3094114 h 3423075"/>
              <a:gd name="connsiteX1-59" fmla="*/ 3272884 w 3278189"/>
              <a:gd name="connsiteY1-60" fmla="*/ 0 h 3423075"/>
              <a:gd name="connsiteX2-61" fmla="*/ 3278188 w 3278189"/>
              <a:gd name="connsiteY2-62" fmla="*/ 3423075 h 3423075"/>
              <a:gd name="connsiteX3-63" fmla="*/ 0 w 3278189"/>
              <a:gd name="connsiteY3-64" fmla="*/ 3094114 h 3423075"/>
            </a:gdLst>
            <a:ahLst/>
            <a:cxnLst>
              <a:cxn ang="0">
                <a:pos x="connsiteX0-1" y="connsiteY0-2"/>
              </a:cxn>
              <a:cxn ang="0">
                <a:pos x="connsiteX1-3" y="connsiteY1-4"/>
              </a:cxn>
              <a:cxn ang="0">
                <a:pos x="connsiteX2-5" y="connsiteY2-6"/>
              </a:cxn>
              <a:cxn ang="0">
                <a:pos x="connsiteX3-7" y="connsiteY3-8"/>
              </a:cxn>
            </a:cxnLst>
            <a:rect l="l" t="t" r="r" b="b"/>
            <a:pathLst>
              <a:path w="3278189" h="3423075">
                <a:moveTo>
                  <a:pt x="0" y="3094114"/>
                </a:moveTo>
                <a:lnTo>
                  <a:pt x="3272884" y="0"/>
                </a:lnTo>
                <a:cubicBezTo>
                  <a:pt x="3272793" y="1057391"/>
                  <a:pt x="3278279" y="2365684"/>
                  <a:pt x="3278188" y="3423075"/>
                </a:cubicBezTo>
                <a:lnTo>
                  <a:pt x="0" y="3094114"/>
                </a:lnTo>
                <a:close/>
              </a:path>
            </a:pathLst>
          </a:custGeom>
        </p:spPr>
        <p:txBody>
          <a:bodyPr/>
          <a:lstStyle/>
          <a:p>
            <a:endParaRPr lang="zh-CN" altLang="en-US"/>
          </a:p>
        </p:txBody>
      </p:sp>
      <p:sp>
        <p:nvSpPr>
          <p:cNvPr id="23" name="图片占位符 6"/>
          <p:cNvSpPr>
            <a:spLocks noGrp="1"/>
          </p:cNvSpPr>
          <p:nvPr>
            <p:ph type="pic" sz="quarter" idx="11"/>
          </p:nvPr>
        </p:nvSpPr>
        <p:spPr>
          <a:xfrm>
            <a:off x="4738786" y="601933"/>
            <a:ext cx="4121402" cy="1589050"/>
          </a:xfrm>
          <a:custGeom>
            <a:avLst/>
            <a:gdLst>
              <a:gd name="connsiteX0" fmla="*/ 0 w 3068637"/>
              <a:gd name="connsiteY0" fmla="*/ 1404937 h 1404937"/>
              <a:gd name="connsiteX1" fmla="*/ 1534319 w 3068637"/>
              <a:gd name="connsiteY1" fmla="*/ 0 h 1404937"/>
              <a:gd name="connsiteX2" fmla="*/ 3068637 w 3068637"/>
              <a:gd name="connsiteY2" fmla="*/ 1404937 h 1404937"/>
              <a:gd name="connsiteX3" fmla="*/ 0 w 3068637"/>
              <a:gd name="connsiteY3" fmla="*/ 1404937 h 1404937"/>
              <a:gd name="connsiteX0-1" fmla="*/ 0 w 3230330"/>
              <a:gd name="connsiteY0-2" fmla="*/ 1527717 h 1527717"/>
              <a:gd name="connsiteX1-3" fmla="*/ 1534319 w 3230330"/>
              <a:gd name="connsiteY1-4" fmla="*/ 122780 h 1527717"/>
              <a:gd name="connsiteX2-5" fmla="*/ 3230330 w 3230330"/>
              <a:gd name="connsiteY2-6" fmla="*/ 0 h 1527717"/>
              <a:gd name="connsiteX3-7" fmla="*/ 0 w 3230330"/>
              <a:gd name="connsiteY3-8" fmla="*/ 1527717 h 1527717"/>
              <a:gd name="connsiteX0-9" fmla="*/ 194120 w 1696011"/>
              <a:gd name="connsiteY0-10" fmla="*/ 1366025 h 1366025"/>
              <a:gd name="connsiteX1-11" fmla="*/ 0 w 1696011"/>
              <a:gd name="connsiteY1-12" fmla="*/ 122780 h 1366025"/>
              <a:gd name="connsiteX2-13" fmla="*/ 1696011 w 1696011"/>
              <a:gd name="connsiteY2-14" fmla="*/ 0 h 1366025"/>
              <a:gd name="connsiteX3-15" fmla="*/ 194120 w 1696011"/>
              <a:gd name="connsiteY3-16" fmla="*/ 1366025 h 1366025"/>
              <a:gd name="connsiteX0-17" fmla="*/ 194120 w 1835401"/>
              <a:gd name="connsiteY0-18" fmla="*/ 1410630 h 1410630"/>
              <a:gd name="connsiteX1-19" fmla="*/ 0 w 1835401"/>
              <a:gd name="connsiteY1-20" fmla="*/ 167385 h 1410630"/>
              <a:gd name="connsiteX2-21" fmla="*/ 1835401 w 1835401"/>
              <a:gd name="connsiteY2-22" fmla="*/ 0 h 1410630"/>
              <a:gd name="connsiteX3-23" fmla="*/ 194120 w 1835401"/>
              <a:gd name="connsiteY3-24" fmla="*/ 1410630 h 1410630"/>
              <a:gd name="connsiteX0-25" fmla="*/ 2541452 w 4182733"/>
              <a:gd name="connsiteY0-26" fmla="*/ 1410630 h 1410630"/>
              <a:gd name="connsiteX1-27" fmla="*/ 0 w 4182733"/>
              <a:gd name="connsiteY1-28" fmla="*/ 596707 h 1410630"/>
              <a:gd name="connsiteX2-29" fmla="*/ 4182733 w 4182733"/>
              <a:gd name="connsiteY2-30" fmla="*/ 0 h 1410630"/>
              <a:gd name="connsiteX3-31" fmla="*/ 2541452 w 4182733"/>
              <a:gd name="connsiteY3-32" fmla="*/ 1410630 h 1410630"/>
              <a:gd name="connsiteX0-33" fmla="*/ 2541452 w 4166006"/>
              <a:gd name="connsiteY0-34" fmla="*/ 1650381 h 1650381"/>
              <a:gd name="connsiteX1-35" fmla="*/ 0 w 4166006"/>
              <a:gd name="connsiteY1-36" fmla="*/ 836458 h 1650381"/>
              <a:gd name="connsiteX2-37" fmla="*/ 4166006 w 4166006"/>
              <a:gd name="connsiteY2-38" fmla="*/ 0 h 1650381"/>
              <a:gd name="connsiteX3-39" fmla="*/ 2541452 w 4166006"/>
              <a:gd name="connsiteY3-40" fmla="*/ 1650381 h 1650381"/>
              <a:gd name="connsiteX0-41" fmla="*/ 2541452 w 4210611"/>
              <a:gd name="connsiteY0-42" fmla="*/ 1589050 h 1589050"/>
              <a:gd name="connsiteX1-43" fmla="*/ 0 w 4210611"/>
              <a:gd name="connsiteY1-44" fmla="*/ 775127 h 1589050"/>
              <a:gd name="connsiteX2-45" fmla="*/ 4210611 w 4210611"/>
              <a:gd name="connsiteY2-46" fmla="*/ 0 h 1589050"/>
              <a:gd name="connsiteX3-47" fmla="*/ 2541452 w 4210611"/>
              <a:gd name="connsiteY3-48" fmla="*/ 1589050 h 1589050"/>
              <a:gd name="connsiteX0-49" fmla="*/ 2496848 w 4166007"/>
              <a:gd name="connsiteY0-50" fmla="*/ 1589050 h 1589050"/>
              <a:gd name="connsiteX1-51" fmla="*/ 0 w 4166007"/>
              <a:gd name="connsiteY1-52" fmla="*/ 853185 h 1589050"/>
              <a:gd name="connsiteX2-53" fmla="*/ 4166007 w 4166007"/>
              <a:gd name="connsiteY2-54" fmla="*/ 0 h 1589050"/>
              <a:gd name="connsiteX3-55" fmla="*/ 2496848 w 4166007"/>
              <a:gd name="connsiteY3-56" fmla="*/ 1589050 h 1589050"/>
              <a:gd name="connsiteX0-57" fmla="*/ 2452243 w 4121402"/>
              <a:gd name="connsiteY0-58" fmla="*/ 1589050 h 1589050"/>
              <a:gd name="connsiteX1-59" fmla="*/ 0 w 4121402"/>
              <a:gd name="connsiteY1-60" fmla="*/ 819732 h 1589050"/>
              <a:gd name="connsiteX2-61" fmla="*/ 4121402 w 4121402"/>
              <a:gd name="connsiteY2-62" fmla="*/ 0 h 1589050"/>
              <a:gd name="connsiteX3-63" fmla="*/ 2452243 w 4121402"/>
              <a:gd name="connsiteY3-64" fmla="*/ 1589050 h 1589050"/>
            </a:gdLst>
            <a:ahLst/>
            <a:cxnLst>
              <a:cxn ang="0">
                <a:pos x="connsiteX0-1" y="connsiteY0-2"/>
              </a:cxn>
              <a:cxn ang="0">
                <a:pos x="connsiteX1-3" y="connsiteY1-4"/>
              </a:cxn>
              <a:cxn ang="0">
                <a:pos x="connsiteX2-5" y="connsiteY2-6"/>
              </a:cxn>
              <a:cxn ang="0">
                <a:pos x="connsiteX3-7" y="connsiteY3-8"/>
              </a:cxn>
            </a:cxnLst>
            <a:rect l="l" t="t" r="r" b="b"/>
            <a:pathLst>
              <a:path w="4121402" h="1589050">
                <a:moveTo>
                  <a:pt x="2452243" y="1589050"/>
                </a:moveTo>
                <a:lnTo>
                  <a:pt x="0" y="819732"/>
                </a:lnTo>
                <a:lnTo>
                  <a:pt x="4121402" y="0"/>
                </a:lnTo>
                <a:lnTo>
                  <a:pt x="2452243" y="1589050"/>
                </a:lnTo>
                <a:close/>
              </a:path>
            </a:pathLst>
          </a:custGeom>
        </p:spPr>
        <p:txBody>
          <a:bodyPr/>
          <a:lstStyle/>
          <a:p>
            <a:endParaRPr lang="zh-CN" altLang="en-US"/>
          </a:p>
        </p:txBody>
      </p:sp>
      <p:sp>
        <p:nvSpPr>
          <p:cNvPr id="24" name="图片占位符 9"/>
          <p:cNvSpPr>
            <a:spLocks noGrp="1"/>
          </p:cNvSpPr>
          <p:nvPr>
            <p:ph type="pic" sz="quarter" idx="12"/>
          </p:nvPr>
        </p:nvSpPr>
        <p:spPr>
          <a:xfrm>
            <a:off x="3721797" y="1137270"/>
            <a:ext cx="3465745" cy="2488232"/>
          </a:xfrm>
          <a:custGeom>
            <a:avLst/>
            <a:gdLst>
              <a:gd name="connsiteX0" fmla="*/ 0 w 1768475"/>
              <a:gd name="connsiteY0" fmla="*/ 938213 h 938213"/>
              <a:gd name="connsiteX1" fmla="*/ 884238 w 1768475"/>
              <a:gd name="connsiteY1" fmla="*/ 0 h 938213"/>
              <a:gd name="connsiteX2" fmla="*/ 1768475 w 1768475"/>
              <a:gd name="connsiteY2" fmla="*/ 938213 h 938213"/>
              <a:gd name="connsiteX3" fmla="*/ 0 w 1768475"/>
              <a:gd name="connsiteY3" fmla="*/ 938213 h 938213"/>
              <a:gd name="connsiteX0-1" fmla="*/ 0 w 1768475"/>
              <a:gd name="connsiteY0-2" fmla="*/ 1072028 h 1072028"/>
              <a:gd name="connsiteX1-3" fmla="*/ 109228 w 1768475"/>
              <a:gd name="connsiteY1-4" fmla="*/ 0 h 1072028"/>
              <a:gd name="connsiteX2-5" fmla="*/ 1768475 w 1768475"/>
              <a:gd name="connsiteY2-6" fmla="*/ 1072028 h 1072028"/>
              <a:gd name="connsiteX3-7" fmla="*/ 0 w 1768475"/>
              <a:gd name="connsiteY3-8" fmla="*/ 1072028 h 1072028"/>
              <a:gd name="connsiteX0-9" fmla="*/ 0 w 2493304"/>
              <a:gd name="connsiteY0-10" fmla="*/ 1072028 h 1072028"/>
              <a:gd name="connsiteX1-11" fmla="*/ 109228 w 2493304"/>
              <a:gd name="connsiteY1-12" fmla="*/ 0 h 1072028"/>
              <a:gd name="connsiteX2-13" fmla="*/ 2493304 w 2493304"/>
              <a:gd name="connsiteY2-14" fmla="*/ 720765 h 1072028"/>
              <a:gd name="connsiteX3-15" fmla="*/ 0 w 2493304"/>
              <a:gd name="connsiteY3-16" fmla="*/ 1072028 h 1072028"/>
              <a:gd name="connsiteX0-17" fmla="*/ 894382 w 2384076"/>
              <a:gd name="connsiteY0-18" fmla="*/ 2114667 h 2114667"/>
              <a:gd name="connsiteX1-19" fmla="*/ 0 w 2384076"/>
              <a:gd name="connsiteY1-20" fmla="*/ 0 h 2114667"/>
              <a:gd name="connsiteX2-21" fmla="*/ 2384076 w 2384076"/>
              <a:gd name="connsiteY2-22" fmla="*/ 720765 h 2114667"/>
              <a:gd name="connsiteX3-23" fmla="*/ 894382 w 2384076"/>
              <a:gd name="connsiteY3-24" fmla="*/ 2114667 h 2114667"/>
              <a:gd name="connsiteX0-25" fmla="*/ 1976051 w 3465745"/>
              <a:gd name="connsiteY0-26" fmla="*/ 2488232 h 2488232"/>
              <a:gd name="connsiteX1-27" fmla="*/ 0 w 3465745"/>
              <a:gd name="connsiteY1-28" fmla="*/ 0 h 2488232"/>
              <a:gd name="connsiteX2-29" fmla="*/ 3465745 w 3465745"/>
              <a:gd name="connsiteY2-30" fmla="*/ 1094330 h 2488232"/>
              <a:gd name="connsiteX3-31" fmla="*/ 1976051 w 3465745"/>
              <a:gd name="connsiteY3-32" fmla="*/ 2488232 h 2488232"/>
            </a:gdLst>
            <a:ahLst/>
            <a:cxnLst>
              <a:cxn ang="0">
                <a:pos x="connsiteX0-1" y="connsiteY0-2"/>
              </a:cxn>
              <a:cxn ang="0">
                <a:pos x="connsiteX1-3" y="connsiteY1-4"/>
              </a:cxn>
              <a:cxn ang="0">
                <a:pos x="connsiteX2-5" y="connsiteY2-6"/>
              </a:cxn>
              <a:cxn ang="0">
                <a:pos x="connsiteX3-7" y="connsiteY3-8"/>
              </a:cxn>
            </a:cxnLst>
            <a:rect l="l" t="t" r="r" b="b"/>
            <a:pathLst>
              <a:path w="3465745" h="2488232">
                <a:moveTo>
                  <a:pt x="1976051" y="2488232"/>
                </a:moveTo>
                <a:lnTo>
                  <a:pt x="0" y="0"/>
                </a:lnTo>
                <a:lnTo>
                  <a:pt x="3465745" y="1094330"/>
                </a:lnTo>
                <a:lnTo>
                  <a:pt x="1976051" y="2488232"/>
                </a:lnTo>
                <a:close/>
              </a:path>
            </a:pathLst>
          </a:custGeom>
        </p:spPr>
        <p:txBody>
          <a:bodyPr/>
          <a:lstStyle/>
          <a:p>
            <a:endParaRPr lang="zh-CN" altLang="en-US"/>
          </a:p>
        </p:txBody>
      </p:sp>
      <p:pic>
        <p:nvPicPr>
          <p:cNvPr id="25" name="图片 24"/>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 y="2929"/>
            <a:ext cx="9145998" cy="428110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stretch>
            <a:fillRect/>
          </a:stretch>
        </p:blipFill>
        <p:spPr>
          <a:xfrm>
            <a:off x="0" y="0"/>
            <a:ext cx="9143265" cy="5143500"/>
          </a:xfrm>
          <a:prstGeom prst="rect">
            <a:avLst/>
          </a:prstGeom>
        </p:spPr>
      </p:pic>
      <p:sp>
        <p:nvSpPr>
          <p:cNvPr id="5" name="文本框 4"/>
          <p:cNvSpPr txBox="1"/>
          <p:nvPr userDrawn="1"/>
        </p:nvSpPr>
        <p:spPr>
          <a:xfrm>
            <a:off x="683568" y="483518"/>
            <a:ext cx="2090637" cy="584775"/>
          </a:xfrm>
          <a:prstGeom prst="rect">
            <a:avLst/>
          </a:prstGeom>
          <a:noFill/>
        </p:spPr>
        <p:txBody>
          <a:bodyPr wrap="none" rtlCol="0">
            <a:spAutoFit/>
          </a:bodyPr>
          <a:lstStyle/>
          <a:p>
            <a:r>
              <a:rPr lang="en-US" altLang="zh-CN" sz="3200" dirty="0">
                <a:solidFill>
                  <a:schemeClr val="bg1">
                    <a:lumMod val="65000"/>
                  </a:schemeClr>
                </a:solidFill>
                <a:latin typeface="Candara Light" panose="020E0502030303020204" pitchFamily="34" charset="0"/>
              </a:rPr>
              <a:t>CONTENTS</a:t>
            </a:r>
            <a:endParaRPr lang="zh-CN" altLang="en-US" sz="3200" dirty="0">
              <a:solidFill>
                <a:schemeClr val="bg1">
                  <a:lumMod val="65000"/>
                </a:schemeClr>
              </a:solidFill>
              <a:latin typeface="Candara Light" panose="020E0502030303020204" pitchFamily="34" charset="0"/>
            </a:endParaRPr>
          </a:p>
        </p:txBody>
      </p:sp>
      <p:pic>
        <p:nvPicPr>
          <p:cNvPr id="6" name="图片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842053" y="210824"/>
            <a:ext cx="2025501" cy="135538"/>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标题幻灯片">
    <p:spTree>
      <p:nvGrpSpPr>
        <p:cNvPr id="1" name=""/>
        <p:cNvGrpSpPr/>
        <p:nvPr/>
      </p:nvGrpSpPr>
      <p:grpSpPr>
        <a:xfrm>
          <a:off x="0" y="0"/>
          <a:ext cx="0" cy="0"/>
          <a:chOff x="0" y="0"/>
          <a:chExt cx="0" cy="0"/>
        </a:xfrm>
      </p:grpSpPr>
      <p:sp>
        <p:nvSpPr>
          <p:cNvPr id="7" name="梯形 6"/>
          <p:cNvSpPr/>
          <p:nvPr userDrawn="1"/>
        </p:nvSpPr>
        <p:spPr>
          <a:xfrm rot="5400000">
            <a:off x="4352175" y="-4352177"/>
            <a:ext cx="439269" cy="9143623"/>
          </a:xfrm>
          <a:prstGeom prst="trapezoid">
            <a:avLst>
              <a:gd name="adj" fmla="val 0"/>
            </a:avLst>
          </a:prstGeom>
          <a:gradFill flip="none" rotWithShape="1">
            <a:gsLst>
              <a:gs pos="100000">
                <a:srgbClr val="3E89CE"/>
              </a:gs>
              <a:gs pos="0">
                <a:srgbClr val="E4EEF8"/>
              </a:gs>
            </a:gsLst>
            <a:lin ang="6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dirty="0"/>
          </a:p>
        </p:txBody>
      </p:sp>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78" y="425621"/>
            <a:ext cx="9143244" cy="191720"/>
          </a:xfrm>
          <a:prstGeom prst="rect">
            <a:avLst/>
          </a:prstGeom>
        </p:spPr>
      </p:pic>
      <p:pic>
        <p:nvPicPr>
          <p:cNvPr id="9" name="图片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flipV="1">
            <a:off x="378" y="455273"/>
            <a:ext cx="9143244" cy="73349"/>
          </a:xfrm>
          <a:prstGeom prst="rect">
            <a:avLst/>
          </a:prstGeom>
        </p:spPr>
      </p:pic>
      <p:pic>
        <p:nvPicPr>
          <p:cNvPr id="11" name="图片 1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flipV="1">
            <a:off x="-2" y="544189"/>
            <a:ext cx="9143244" cy="45719"/>
          </a:xfrm>
          <a:prstGeom prst="rect">
            <a:avLst/>
          </a:prstGeom>
        </p:spPr>
      </p:pic>
      <p:sp>
        <p:nvSpPr>
          <p:cNvPr id="12" name="TextBox 1"/>
          <p:cNvSpPr txBox="1"/>
          <p:nvPr userDrawn="1"/>
        </p:nvSpPr>
        <p:spPr>
          <a:xfrm>
            <a:off x="8398912" y="4845095"/>
            <a:ext cx="640313" cy="246221"/>
          </a:xfrm>
          <a:prstGeom prst="rect">
            <a:avLst/>
          </a:prstGeom>
          <a:noFill/>
        </p:spPr>
        <p:txBody>
          <a:bodyPr wrap="square" rtlCol="0">
            <a:spAutoFit/>
          </a:bodyPr>
          <a:lstStyle/>
          <a:p>
            <a:fld id="{EB9B3E0A-08C7-4861-A325-1C94E9298050}" type="slidenum">
              <a:rPr lang="zh-CN" altLang="en-US" sz="1000" b="1" smtClean="0">
                <a:solidFill>
                  <a:schemeClr val="tx1">
                    <a:lumMod val="75000"/>
                    <a:lumOff val="25000"/>
                  </a:schemeClr>
                </a:solidFill>
                <a:latin typeface="+mn-ea"/>
                <a:ea typeface="+mn-ea"/>
              </a:rPr>
              <a:t>‹#›</a:t>
            </a:fld>
            <a:r>
              <a:rPr lang="en-US" altLang="zh-CN" sz="1000" b="1" dirty="0">
                <a:solidFill>
                  <a:schemeClr val="tx1">
                    <a:lumMod val="75000"/>
                    <a:lumOff val="25000"/>
                  </a:schemeClr>
                </a:solidFill>
                <a:latin typeface="+mn-ea"/>
                <a:ea typeface="+mn-ea"/>
              </a:rPr>
              <a:t>/</a:t>
            </a:r>
            <a:endParaRPr lang="zh-CN" altLang="en-US" sz="1000" b="1" dirty="0">
              <a:solidFill>
                <a:schemeClr val="tx1">
                  <a:lumMod val="75000"/>
                  <a:lumOff val="25000"/>
                </a:schemeClr>
              </a:solidFill>
              <a:latin typeface="+mn-ea"/>
              <a:ea typeface="+mn-ea"/>
            </a:endParaRPr>
          </a:p>
        </p:txBody>
      </p:sp>
      <p:sp>
        <p:nvSpPr>
          <p:cNvPr id="14" name="标题 1"/>
          <p:cNvSpPr>
            <a:spLocks noGrp="1"/>
          </p:cNvSpPr>
          <p:nvPr>
            <p:ph type="title"/>
          </p:nvPr>
        </p:nvSpPr>
        <p:spPr>
          <a:xfrm>
            <a:off x="164522" y="49961"/>
            <a:ext cx="7106822" cy="369109"/>
          </a:xfrm>
          <a:prstGeom prst="rect">
            <a:avLst/>
          </a:prstGeom>
        </p:spPr>
        <p:txBody>
          <a:bodyPr anchor="ctr"/>
          <a:lstStyle>
            <a:lvl1pPr>
              <a:defRPr sz="1800" b="1">
                <a:solidFill>
                  <a:schemeClr val="bg1"/>
                </a:solidFill>
                <a:latin typeface="+mj-ea"/>
                <a:ea typeface="+mj-ea"/>
              </a:defRPr>
            </a:lvl1pPr>
          </a:lstStyle>
          <a:p>
            <a:r>
              <a:rPr lang="zh-CN" altLang="en-US" dirty="0"/>
              <a:t>单击此处编辑母版标题样式</a:t>
            </a:r>
          </a:p>
        </p:txBody>
      </p:sp>
      <p:sp>
        <p:nvSpPr>
          <p:cNvPr id="15" name="文本框 14"/>
          <p:cNvSpPr txBox="1"/>
          <p:nvPr userDrawn="1"/>
        </p:nvSpPr>
        <p:spPr>
          <a:xfrm>
            <a:off x="7649736" y="203277"/>
            <a:ext cx="1448898" cy="215444"/>
          </a:xfrm>
          <a:prstGeom prst="rect">
            <a:avLst/>
          </a:prstGeom>
          <a:noFill/>
        </p:spPr>
        <p:txBody>
          <a:bodyPr wrap="square" rtlCol="0">
            <a:spAutoFit/>
          </a:bodyPr>
          <a:lstStyle/>
          <a:p>
            <a:pPr algn="dist"/>
            <a:r>
              <a:rPr kumimoji="1" lang="zh-CN" altLang="en-US" sz="800" b="1" i="0" dirty="0">
                <a:solidFill>
                  <a:schemeClr val="tx1">
                    <a:lumMod val="50000"/>
                    <a:lumOff val="50000"/>
                  </a:schemeClr>
                </a:solidFill>
                <a:effectLst/>
                <a:latin typeface="楷体" panose="02010609060101010101" pitchFamily="49" charset="-122"/>
                <a:ea typeface="楷体" panose="02010609060101010101" pitchFamily="49" charset="-122"/>
                <a:cs typeface="Lantinghei SC Demibold" charset="-122"/>
              </a:rPr>
              <a:t>创新  协同  卓越  担当 </a:t>
            </a:r>
          </a:p>
        </p:txBody>
      </p:sp>
      <p:pic>
        <p:nvPicPr>
          <p:cNvPr id="16" name="图片 15"/>
          <p:cNvPicPr>
            <a:picLocks noChangeAspect="1"/>
          </p:cNvPicPr>
          <p:nvPr userDrawn="1"/>
        </p:nvPicPr>
        <p:blipFill>
          <a:blip r:embed="rId4" cstate="print"/>
          <a:stretch>
            <a:fillRect/>
          </a:stretch>
        </p:blipFill>
        <p:spPr>
          <a:xfrm>
            <a:off x="7224448" y="100161"/>
            <a:ext cx="1775372" cy="11880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标题幻灯片">
    <p:spTree>
      <p:nvGrpSpPr>
        <p:cNvPr id="1" name=""/>
        <p:cNvGrpSpPr/>
        <p:nvPr/>
      </p:nvGrpSpPr>
      <p:grpSpPr>
        <a:xfrm>
          <a:off x="0" y="0"/>
          <a:ext cx="0" cy="0"/>
          <a:chOff x="0" y="0"/>
          <a:chExt cx="0" cy="0"/>
        </a:xfrm>
      </p:grpSpPr>
      <p:sp>
        <p:nvSpPr>
          <p:cNvPr id="7" name="梯形 6"/>
          <p:cNvSpPr/>
          <p:nvPr userDrawn="1"/>
        </p:nvSpPr>
        <p:spPr>
          <a:xfrm rot="5400000">
            <a:off x="4352175" y="-4352177"/>
            <a:ext cx="439269" cy="9143623"/>
          </a:xfrm>
          <a:prstGeom prst="trapezoid">
            <a:avLst>
              <a:gd name="adj" fmla="val 0"/>
            </a:avLst>
          </a:prstGeom>
          <a:gradFill flip="none" rotWithShape="1">
            <a:gsLst>
              <a:gs pos="100000">
                <a:srgbClr val="3E89CE"/>
              </a:gs>
              <a:gs pos="0">
                <a:srgbClr val="E4EEF8"/>
              </a:gs>
            </a:gsLst>
            <a:lin ang="6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dirty="0"/>
          </a:p>
        </p:txBody>
      </p:sp>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78" y="425621"/>
            <a:ext cx="9143244" cy="191720"/>
          </a:xfrm>
          <a:prstGeom prst="rect">
            <a:avLst/>
          </a:prstGeom>
        </p:spPr>
      </p:pic>
      <p:pic>
        <p:nvPicPr>
          <p:cNvPr id="9" name="图片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flipV="1">
            <a:off x="378" y="455273"/>
            <a:ext cx="9143244" cy="73349"/>
          </a:xfrm>
          <a:prstGeom prst="rect">
            <a:avLst/>
          </a:prstGeom>
        </p:spPr>
      </p:pic>
      <p:pic>
        <p:nvPicPr>
          <p:cNvPr id="11" name="图片 1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flipV="1">
            <a:off x="-2" y="544189"/>
            <a:ext cx="9143244" cy="45719"/>
          </a:xfrm>
          <a:prstGeom prst="rect">
            <a:avLst/>
          </a:prstGeom>
        </p:spPr>
      </p:pic>
      <p:sp>
        <p:nvSpPr>
          <p:cNvPr id="12" name="TextBox 1"/>
          <p:cNvSpPr txBox="1"/>
          <p:nvPr userDrawn="1"/>
        </p:nvSpPr>
        <p:spPr>
          <a:xfrm>
            <a:off x="8398912" y="4845095"/>
            <a:ext cx="640313" cy="246221"/>
          </a:xfrm>
          <a:prstGeom prst="rect">
            <a:avLst/>
          </a:prstGeom>
          <a:noFill/>
        </p:spPr>
        <p:txBody>
          <a:bodyPr wrap="square" rtlCol="0">
            <a:spAutoFit/>
          </a:bodyPr>
          <a:lstStyle/>
          <a:p>
            <a:fld id="{EB9B3E0A-08C7-4861-A325-1C94E9298050}" type="slidenum">
              <a:rPr lang="zh-CN" altLang="en-US" sz="1000" b="1" smtClean="0">
                <a:solidFill>
                  <a:schemeClr val="tx1">
                    <a:lumMod val="75000"/>
                    <a:lumOff val="25000"/>
                  </a:schemeClr>
                </a:solidFill>
                <a:latin typeface="+mn-ea"/>
                <a:ea typeface="+mn-ea"/>
              </a:rPr>
              <a:t>‹#›</a:t>
            </a:fld>
            <a:r>
              <a:rPr lang="en-US" altLang="zh-CN" sz="1000" b="1" dirty="0">
                <a:solidFill>
                  <a:schemeClr val="tx1">
                    <a:lumMod val="75000"/>
                    <a:lumOff val="25000"/>
                  </a:schemeClr>
                </a:solidFill>
                <a:latin typeface="+mn-ea"/>
                <a:ea typeface="+mn-ea"/>
              </a:rPr>
              <a:t>/</a:t>
            </a:r>
            <a:endParaRPr lang="zh-CN" altLang="en-US" sz="1000" b="1" dirty="0">
              <a:solidFill>
                <a:schemeClr val="tx1">
                  <a:lumMod val="75000"/>
                  <a:lumOff val="25000"/>
                </a:schemeClr>
              </a:solidFill>
              <a:latin typeface="+mn-ea"/>
              <a:ea typeface="+mn-ea"/>
            </a:endParaRPr>
          </a:p>
        </p:txBody>
      </p:sp>
      <p:sp>
        <p:nvSpPr>
          <p:cNvPr id="2" name="标题 1"/>
          <p:cNvSpPr>
            <a:spLocks noGrp="1"/>
          </p:cNvSpPr>
          <p:nvPr>
            <p:ph type="title"/>
          </p:nvPr>
        </p:nvSpPr>
        <p:spPr>
          <a:xfrm>
            <a:off x="164522" y="49961"/>
            <a:ext cx="7106822" cy="369109"/>
          </a:xfrm>
          <a:prstGeom prst="rect">
            <a:avLst/>
          </a:prstGeom>
        </p:spPr>
        <p:txBody>
          <a:bodyPr anchor="ctr"/>
          <a:lstStyle>
            <a:lvl1pPr>
              <a:defRPr sz="1800" b="1">
                <a:solidFill>
                  <a:schemeClr val="bg1"/>
                </a:solidFill>
                <a:latin typeface="+mj-ea"/>
                <a:ea typeface="+mj-ea"/>
              </a:defRPr>
            </a:lvl1pPr>
          </a:lstStyle>
          <a:p>
            <a:r>
              <a:rPr lang="zh-CN" altLang="en-US" dirty="0"/>
              <a:t>单击此处编辑母版标题样式</a:t>
            </a:r>
          </a:p>
        </p:txBody>
      </p:sp>
      <p:sp>
        <p:nvSpPr>
          <p:cNvPr id="4" name="内容占位符 3"/>
          <p:cNvSpPr>
            <a:spLocks noGrp="1"/>
          </p:cNvSpPr>
          <p:nvPr>
            <p:ph sz="quarter" idx="10" hasCustomPrompt="1"/>
          </p:nvPr>
        </p:nvSpPr>
        <p:spPr>
          <a:xfrm>
            <a:off x="0" y="612127"/>
            <a:ext cx="9143242" cy="540000"/>
          </a:xfrm>
          <a:prstGeom prst="rect">
            <a:avLst/>
          </a:prstGeom>
          <a:solidFill>
            <a:schemeClr val="bg1">
              <a:lumMod val="95000"/>
            </a:schemeClr>
          </a:solidFill>
        </p:spPr>
        <p:txBody>
          <a:bodyPr/>
          <a:lstStyle>
            <a:lvl1pPr marL="152400" indent="-152400">
              <a:buFont typeface="Wingdings" panose="05000000000000000000" pitchFamily="2" charset="2"/>
              <a:buChar char="n"/>
              <a:defRPr sz="1200"/>
            </a:lvl1pPr>
            <a:lvl2pPr marL="457200" indent="-152400">
              <a:buFont typeface="Wingdings" panose="05000000000000000000" pitchFamily="2" charset="2"/>
              <a:buChar char="p"/>
              <a:defRPr sz="1200"/>
            </a:lvl2pPr>
            <a:lvl3pPr marL="762000" indent="-152400">
              <a:buFont typeface="Wingdings" panose="05000000000000000000" pitchFamily="2" charset="2"/>
              <a:buChar char="ü"/>
              <a:defRPr sz="1200"/>
            </a:lvl3pPr>
            <a:lvl4pPr marL="1066800" indent="-152400">
              <a:buFont typeface="Wingdings" panose="05000000000000000000" pitchFamily="2" charset="2"/>
              <a:buChar char="Ø"/>
              <a:defRPr sz="1200"/>
            </a:lvl4pPr>
            <a:lvl5pPr>
              <a:defRPr sz="1200"/>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3" name="文本框 12"/>
          <p:cNvSpPr txBox="1"/>
          <p:nvPr userDrawn="1"/>
        </p:nvSpPr>
        <p:spPr>
          <a:xfrm>
            <a:off x="7649736" y="203277"/>
            <a:ext cx="1448898" cy="215444"/>
          </a:xfrm>
          <a:prstGeom prst="rect">
            <a:avLst/>
          </a:prstGeom>
          <a:noFill/>
        </p:spPr>
        <p:txBody>
          <a:bodyPr wrap="square" rtlCol="0">
            <a:spAutoFit/>
          </a:bodyPr>
          <a:lstStyle/>
          <a:p>
            <a:pPr algn="dist"/>
            <a:r>
              <a:rPr kumimoji="1" lang="zh-CN" altLang="en-US" sz="800" b="1" i="0" dirty="0">
                <a:solidFill>
                  <a:schemeClr val="tx1">
                    <a:lumMod val="50000"/>
                    <a:lumOff val="50000"/>
                  </a:schemeClr>
                </a:solidFill>
                <a:effectLst/>
                <a:latin typeface="楷体" panose="02010609060101010101" pitchFamily="49" charset="-122"/>
                <a:ea typeface="楷体" panose="02010609060101010101" pitchFamily="49" charset="-122"/>
                <a:cs typeface="Lantinghei SC Demibold" charset="-122"/>
              </a:rPr>
              <a:t>创新  协同  卓越  担当 </a:t>
            </a:r>
          </a:p>
        </p:txBody>
      </p:sp>
      <p:pic>
        <p:nvPicPr>
          <p:cNvPr id="14" name="图片 13"/>
          <p:cNvPicPr>
            <a:picLocks noChangeAspect="1"/>
          </p:cNvPicPr>
          <p:nvPr userDrawn="1"/>
        </p:nvPicPr>
        <p:blipFill>
          <a:blip r:embed="rId4" cstate="print"/>
          <a:stretch>
            <a:fillRect/>
          </a:stretch>
        </p:blipFill>
        <p:spPr>
          <a:xfrm>
            <a:off x="7224448" y="100161"/>
            <a:ext cx="1775372" cy="11880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8" name="梯形 7"/>
          <p:cNvSpPr/>
          <p:nvPr userDrawn="1"/>
        </p:nvSpPr>
        <p:spPr>
          <a:xfrm rot="16200000">
            <a:off x="2831279" y="-2275301"/>
            <a:ext cx="3481823" cy="9143623"/>
          </a:xfrm>
          <a:prstGeom prst="trapezoid">
            <a:avLst>
              <a:gd name="adj" fmla="val 26273"/>
            </a:avLst>
          </a:prstGeom>
          <a:gradFill flip="none" rotWithShape="1">
            <a:gsLst>
              <a:gs pos="0">
                <a:srgbClr val="3E89CE"/>
              </a:gs>
              <a:gs pos="100000">
                <a:srgbClr val="E4EEF8"/>
              </a:gs>
            </a:gsLst>
            <a:lin ang="6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200" b="1" i="0" u="none" strike="noStrike" kern="1200" cap="none" spc="0" normalizeH="0" baseline="0" noProof="0" dirty="0">
              <a:ln>
                <a:noFill/>
              </a:ln>
              <a:solidFill>
                <a:prstClr val="white"/>
              </a:solidFill>
              <a:effectLst/>
              <a:uLnTx/>
              <a:uFillTx/>
              <a:latin typeface="Arial Narrow" panose="020B0606020202030204"/>
              <a:ea typeface="微软雅黑" panose="020B0503020204020204" pitchFamily="34" charset="-122"/>
              <a:cs typeface="+mn-cs"/>
            </a:endParaRPr>
          </a:p>
        </p:txBody>
      </p:sp>
      <p:pic>
        <p:nvPicPr>
          <p:cNvPr id="9" name="图片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78" y="948268"/>
            <a:ext cx="9278850" cy="2748602"/>
          </a:xfrm>
          <a:prstGeom prst="rect">
            <a:avLst/>
          </a:prstGeom>
        </p:spPr>
      </p:pic>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rot="10195975">
            <a:off x="-2201280" y="1439864"/>
            <a:ext cx="11864957" cy="2377294"/>
          </a:xfrm>
          <a:prstGeom prst="rect">
            <a:avLst/>
          </a:prstGeom>
        </p:spPr>
      </p:pic>
      <p:pic>
        <p:nvPicPr>
          <p:cNvPr id="12" name="图片 11"/>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996888" y="2443382"/>
            <a:ext cx="850778" cy="850778"/>
          </a:xfrm>
          <a:prstGeom prst="rect">
            <a:avLst/>
          </a:prstGeom>
        </p:spPr>
      </p:pic>
      <p:pic>
        <p:nvPicPr>
          <p:cNvPr id="13" name="图片 12"/>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129143" y="2443382"/>
            <a:ext cx="841160" cy="850778"/>
          </a:xfrm>
          <a:prstGeom prst="rect">
            <a:avLst/>
          </a:prstGeom>
        </p:spPr>
      </p:pic>
      <p:pic>
        <p:nvPicPr>
          <p:cNvPr id="14" name="图片 13"/>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5251780" y="2443382"/>
            <a:ext cx="850778" cy="850778"/>
          </a:xfrm>
          <a:prstGeom prst="rect">
            <a:avLst/>
          </a:prstGeom>
        </p:spPr>
      </p:pic>
      <p:sp>
        <p:nvSpPr>
          <p:cNvPr id="15" name="矩形 14"/>
          <p:cNvSpPr/>
          <p:nvPr userDrawn="1"/>
        </p:nvSpPr>
        <p:spPr>
          <a:xfrm>
            <a:off x="1908363" y="1579609"/>
            <a:ext cx="5327274" cy="523220"/>
          </a:xfrm>
          <a:prstGeom prst="rect">
            <a:avLst/>
          </a:prstGeom>
        </p:spPr>
        <p:txBody>
          <a:bodyPr wrap="square">
            <a:spAutoFit/>
          </a:bodyPr>
          <a:lstStyle/>
          <a:p>
            <a:pPr marL="0" marR="0" lvl="0" indent="0" algn="dist" defTabSz="4572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dirty="0">
                <a:ln>
                  <a:noFill/>
                </a:ln>
                <a:solidFill>
                  <a:prstClr val="white"/>
                </a:solidFill>
                <a:effectLst/>
                <a:uLnTx/>
                <a:uFillTx/>
                <a:latin typeface="微软雅黑" panose="020B0503020204020204" pitchFamily="34" charset="-122"/>
                <a:ea typeface="微软雅黑" panose="020B0503020204020204" pitchFamily="34" charset="-122"/>
                <a:cs typeface="+mn-cs"/>
              </a:rPr>
              <a:t>—</a:t>
            </a:r>
            <a:r>
              <a:rPr kumimoji="0" lang="zh-CN" altLang="en-US" sz="2800" b="1" i="0" u="none" strike="noStrike" kern="1200" cap="none" spc="0" normalizeH="0" baseline="0" dirty="0">
                <a:ln>
                  <a:noFill/>
                </a:ln>
                <a:solidFill>
                  <a:prstClr val="white"/>
                </a:solidFill>
                <a:effectLst/>
                <a:uLnTx/>
                <a:uFillTx/>
                <a:latin typeface="微软雅黑" panose="020B0503020204020204" pitchFamily="34" charset="-122"/>
                <a:ea typeface="微软雅黑" panose="020B0503020204020204" pitchFamily="34" charset="-122"/>
                <a:cs typeface="+mn-cs"/>
              </a:rPr>
              <a:t>极致追求商品成功</a:t>
            </a:r>
            <a:r>
              <a:rPr kumimoji="0" lang="en-US" altLang="zh-CN" sz="2800" b="1" i="0" u="none" strike="noStrike" kern="1200" cap="none" spc="0" normalizeH="0" baseline="0" dirty="0">
                <a:ln>
                  <a:noFill/>
                </a:ln>
                <a:solidFill>
                  <a:prstClr val="white"/>
                </a:solidFill>
                <a:effectLst/>
                <a:uLnTx/>
                <a:uFillTx/>
                <a:latin typeface="微软雅黑" panose="020B0503020204020204" pitchFamily="34" charset="-122"/>
                <a:ea typeface="微软雅黑" panose="020B0503020204020204" pitchFamily="34" charset="-122"/>
                <a:cs typeface="+mn-cs"/>
              </a:rPr>
              <a:t>—</a:t>
            </a:r>
            <a:endParaRPr kumimoji="0" lang="zh-CN" altLang="zh-CN" sz="2800" b="1" i="0" u="none" strike="noStrike" kern="1200" cap="none" spc="0" normalizeH="0" baseline="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pic>
        <p:nvPicPr>
          <p:cNvPr id="16" name="图片 15"/>
          <p:cNvPicPr>
            <a:picLocks noChangeAspect="1"/>
          </p:cNvPicPr>
          <p:nvPr userDrawn="1"/>
        </p:nvPicPr>
        <p:blipFill>
          <a:blip r:embed="rId7" cstate="print"/>
          <a:stretch>
            <a:fillRect/>
          </a:stretch>
        </p:blipFill>
        <p:spPr>
          <a:xfrm>
            <a:off x="6870453" y="213108"/>
            <a:ext cx="2044367" cy="1368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theme" Target="../theme/theme2.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Lst>
  <p:txStyles>
    <p:titleStyle>
      <a:lvl1pPr algn="l" defTabSz="608965" rtl="0" eaLnBrk="1" latinLnBrk="0" hangingPunct="1">
        <a:lnSpc>
          <a:spcPct val="90000"/>
        </a:lnSpc>
        <a:spcBef>
          <a:spcPct val="0"/>
        </a:spcBef>
        <a:buNone/>
        <a:defRPr sz="2935" kern="1200">
          <a:solidFill>
            <a:schemeClr val="tx1"/>
          </a:solidFill>
          <a:latin typeface="+mj-lt"/>
          <a:ea typeface="+mj-ea"/>
          <a:cs typeface="+mj-cs"/>
        </a:defRPr>
      </a:lvl1pPr>
    </p:titleStyle>
    <p:bodyStyle>
      <a:lvl1pPr marL="152400" indent="-152400" algn="l" defTabSz="608965" rtl="0" eaLnBrk="1" latinLnBrk="0" hangingPunct="1">
        <a:lnSpc>
          <a:spcPct val="90000"/>
        </a:lnSpc>
        <a:spcBef>
          <a:spcPts val="665"/>
        </a:spcBef>
        <a:buFont typeface="Arial" panose="020B0604020202020204" pitchFamily="34" charset="0"/>
        <a:buChar char="•"/>
        <a:defRPr sz="1865" kern="1200">
          <a:solidFill>
            <a:schemeClr val="tx1"/>
          </a:solidFill>
          <a:latin typeface="+mn-lt"/>
          <a:ea typeface="+mn-ea"/>
          <a:cs typeface="+mn-cs"/>
        </a:defRPr>
      </a:lvl1pPr>
      <a:lvl2pPr marL="457200" indent="-152400" algn="l" defTabSz="608965" rtl="0" eaLnBrk="1" latinLnBrk="0" hangingPunct="1">
        <a:lnSpc>
          <a:spcPct val="90000"/>
        </a:lnSpc>
        <a:spcBef>
          <a:spcPts val="335"/>
        </a:spcBef>
        <a:buFont typeface="Arial" panose="020B0604020202020204" pitchFamily="34" charset="0"/>
        <a:buChar char="•"/>
        <a:defRPr sz="1600" kern="1200">
          <a:solidFill>
            <a:schemeClr val="tx1"/>
          </a:solidFill>
          <a:latin typeface="+mn-lt"/>
          <a:ea typeface="+mn-ea"/>
          <a:cs typeface="+mn-cs"/>
        </a:defRPr>
      </a:lvl2pPr>
      <a:lvl3pPr marL="762000" indent="-152400" algn="l" defTabSz="608965" rtl="0" eaLnBrk="1" latinLnBrk="0" hangingPunct="1">
        <a:lnSpc>
          <a:spcPct val="90000"/>
        </a:lnSpc>
        <a:spcBef>
          <a:spcPts val="335"/>
        </a:spcBef>
        <a:buFont typeface="Arial" panose="020B0604020202020204" pitchFamily="34" charset="0"/>
        <a:buChar char="•"/>
        <a:defRPr sz="1335" kern="1200">
          <a:solidFill>
            <a:schemeClr val="tx1"/>
          </a:solidFill>
          <a:latin typeface="+mn-lt"/>
          <a:ea typeface="+mn-ea"/>
          <a:cs typeface="+mn-cs"/>
        </a:defRPr>
      </a:lvl3pPr>
      <a:lvl4pPr marL="1066800" indent="-152400" algn="l" defTabSz="608965" rtl="0" eaLnBrk="1" latinLnBrk="0" hangingPunct="1">
        <a:lnSpc>
          <a:spcPct val="90000"/>
        </a:lnSpc>
        <a:spcBef>
          <a:spcPts val="335"/>
        </a:spcBef>
        <a:buFont typeface="Arial" panose="020B0604020202020204" pitchFamily="34" charset="0"/>
        <a:buChar char="•"/>
        <a:defRPr sz="1200" kern="1200">
          <a:solidFill>
            <a:schemeClr val="tx1"/>
          </a:solidFill>
          <a:latin typeface="+mn-lt"/>
          <a:ea typeface="+mn-ea"/>
          <a:cs typeface="+mn-cs"/>
        </a:defRPr>
      </a:lvl4pPr>
      <a:lvl5pPr marL="1371600" indent="-152400" algn="l" defTabSz="608965" rtl="0" eaLnBrk="1" latinLnBrk="0" hangingPunct="1">
        <a:lnSpc>
          <a:spcPct val="90000"/>
        </a:lnSpc>
        <a:spcBef>
          <a:spcPts val="335"/>
        </a:spcBef>
        <a:buFont typeface="Arial" panose="020B0604020202020204" pitchFamily="34" charset="0"/>
        <a:buChar char="•"/>
        <a:defRPr sz="1200" kern="1200">
          <a:solidFill>
            <a:schemeClr val="tx1"/>
          </a:solidFill>
          <a:latin typeface="+mn-lt"/>
          <a:ea typeface="+mn-ea"/>
          <a:cs typeface="+mn-cs"/>
        </a:defRPr>
      </a:lvl5pPr>
      <a:lvl6pPr marL="1676400" indent="-152400" algn="l" defTabSz="608965" rtl="0" eaLnBrk="1" latinLnBrk="0" hangingPunct="1">
        <a:lnSpc>
          <a:spcPct val="90000"/>
        </a:lnSpc>
        <a:spcBef>
          <a:spcPts val="335"/>
        </a:spcBef>
        <a:buFont typeface="Arial" panose="020B0604020202020204" pitchFamily="34" charset="0"/>
        <a:buChar char="•"/>
        <a:defRPr sz="1200" kern="1200">
          <a:solidFill>
            <a:schemeClr val="tx1"/>
          </a:solidFill>
          <a:latin typeface="+mn-lt"/>
          <a:ea typeface="+mn-ea"/>
          <a:cs typeface="+mn-cs"/>
        </a:defRPr>
      </a:lvl6pPr>
      <a:lvl7pPr marL="1981200" indent="-152400" algn="l" defTabSz="608965" rtl="0" eaLnBrk="1" latinLnBrk="0" hangingPunct="1">
        <a:lnSpc>
          <a:spcPct val="90000"/>
        </a:lnSpc>
        <a:spcBef>
          <a:spcPts val="335"/>
        </a:spcBef>
        <a:buFont typeface="Arial" panose="020B0604020202020204" pitchFamily="34" charset="0"/>
        <a:buChar char="•"/>
        <a:defRPr sz="1200" kern="1200">
          <a:solidFill>
            <a:schemeClr val="tx1"/>
          </a:solidFill>
          <a:latin typeface="+mn-lt"/>
          <a:ea typeface="+mn-ea"/>
          <a:cs typeface="+mn-cs"/>
        </a:defRPr>
      </a:lvl7pPr>
      <a:lvl8pPr marL="2286000" indent="-152400" algn="l" defTabSz="608965" rtl="0" eaLnBrk="1" latinLnBrk="0" hangingPunct="1">
        <a:lnSpc>
          <a:spcPct val="90000"/>
        </a:lnSpc>
        <a:spcBef>
          <a:spcPts val="335"/>
        </a:spcBef>
        <a:buFont typeface="Arial" panose="020B0604020202020204" pitchFamily="34" charset="0"/>
        <a:buChar char="•"/>
        <a:defRPr sz="1200" kern="1200">
          <a:solidFill>
            <a:schemeClr val="tx1"/>
          </a:solidFill>
          <a:latin typeface="+mn-lt"/>
          <a:ea typeface="+mn-ea"/>
          <a:cs typeface="+mn-cs"/>
        </a:defRPr>
      </a:lvl8pPr>
      <a:lvl9pPr marL="2590800" indent="-152400" algn="l" defTabSz="608965" rtl="0" eaLnBrk="1" latinLnBrk="0" hangingPunct="1">
        <a:lnSpc>
          <a:spcPct val="90000"/>
        </a:lnSpc>
        <a:spcBef>
          <a:spcPts val="335"/>
        </a:spcBef>
        <a:buFont typeface="Arial" panose="020B0604020202020204" pitchFamily="34" charset="0"/>
        <a:buChar char="•"/>
        <a:defRPr sz="1200" kern="1200">
          <a:solidFill>
            <a:schemeClr val="tx1"/>
          </a:solidFill>
          <a:latin typeface="+mn-lt"/>
          <a:ea typeface="+mn-ea"/>
          <a:cs typeface="+mn-cs"/>
        </a:defRPr>
      </a:lvl9pPr>
    </p:bodyStyle>
    <p:otherStyle>
      <a:defPPr>
        <a:defRPr lang="zh-CN"/>
      </a:defPPr>
      <a:lvl1pPr marL="0" algn="l" defTabSz="608965" rtl="0" eaLnBrk="1" latinLnBrk="0" hangingPunct="1">
        <a:defRPr sz="1200" kern="1200">
          <a:solidFill>
            <a:schemeClr val="tx1"/>
          </a:solidFill>
          <a:latin typeface="+mn-lt"/>
          <a:ea typeface="+mn-ea"/>
          <a:cs typeface="+mn-cs"/>
        </a:defRPr>
      </a:lvl1pPr>
      <a:lvl2pPr marL="304800" algn="l" defTabSz="608965" rtl="0" eaLnBrk="1" latinLnBrk="0" hangingPunct="1">
        <a:defRPr sz="1200" kern="1200">
          <a:solidFill>
            <a:schemeClr val="tx1"/>
          </a:solidFill>
          <a:latin typeface="+mn-lt"/>
          <a:ea typeface="+mn-ea"/>
          <a:cs typeface="+mn-cs"/>
        </a:defRPr>
      </a:lvl2pPr>
      <a:lvl3pPr marL="609600" algn="l" defTabSz="608965" rtl="0" eaLnBrk="1" latinLnBrk="0" hangingPunct="1">
        <a:defRPr sz="1200" kern="1200">
          <a:solidFill>
            <a:schemeClr val="tx1"/>
          </a:solidFill>
          <a:latin typeface="+mn-lt"/>
          <a:ea typeface="+mn-ea"/>
          <a:cs typeface="+mn-cs"/>
        </a:defRPr>
      </a:lvl3pPr>
      <a:lvl4pPr marL="914400" algn="l" defTabSz="608965" rtl="0" eaLnBrk="1" latinLnBrk="0" hangingPunct="1">
        <a:defRPr sz="1200" kern="1200">
          <a:solidFill>
            <a:schemeClr val="tx1"/>
          </a:solidFill>
          <a:latin typeface="+mn-lt"/>
          <a:ea typeface="+mn-ea"/>
          <a:cs typeface="+mn-cs"/>
        </a:defRPr>
      </a:lvl4pPr>
      <a:lvl5pPr marL="1219200" algn="l" defTabSz="608965" rtl="0" eaLnBrk="1" latinLnBrk="0" hangingPunct="1">
        <a:defRPr sz="1200" kern="1200">
          <a:solidFill>
            <a:schemeClr val="tx1"/>
          </a:solidFill>
          <a:latin typeface="+mn-lt"/>
          <a:ea typeface="+mn-ea"/>
          <a:cs typeface="+mn-cs"/>
        </a:defRPr>
      </a:lvl5pPr>
      <a:lvl6pPr marL="1524000" algn="l" defTabSz="608965" rtl="0" eaLnBrk="1" latinLnBrk="0" hangingPunct="1">
        <a:defRPr sz="1200" kern="1200">
          <a:solidFill>
            <a:schemeClr val="tx1"/>
          </a:solidFill>
          <a:latin typeface="+mn-lt"/>
          <a:ea typeface="+mn-ea"/>
          <a:cs typeface="+mn-cs"/>
        </a:defRPr>
      </a:lvl6pPr>
      <a:lvl7pPr marL="1828800" algn="l" defTabSz="608965" rtl="0" eaLnBrk="1" latinLnBrk="0" hangingPunct="1">
        <a:defRPr sz="1200" kern="1200">
          <a:solidFill>
            <a:schemeClr val="tx1"/>
          </a:solidFill>
          <a:latin typeface="+mn-lt"/>
          <a:ea typeface="+mn-ea"/>
          <a:cs typeface="+mn-cs"/>
        </a:defRPr>
      </a:lvl7pPr>
      <a:lvl8pPr marL="2133600" algn="l" defTabSz="608965" rtl="0" eaLnBrk="1" latinLnBrk="0" hangingPunct="1">
        <a:defRPr sz="1200" kern="1200">
          <a:solidFill>
            <a:schemeClr val="tx1"/>
          </a:solidFill>
          <a:latin typeface="+mn-lt"/>
          <a:ea typeface="+mn-ea"/>
          <a:cs typeface="+mn-cs"/>
        </a:defRPr>
      </a:lvl8pPr>
      <a:lvl9pPr marL="2438400" algn="l" defTabSz="608965" rtl="0" eaLnBrk="1" latinLnBrk="0" hangingPunct="1">
        <a:defRPr sz="12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Lst>
  <p:txStyles>
    <p:titleStyle>
      <a:lvl1pPr algn="l" defTabSz="608965" rtl="0" eaLnBrk="1" latinLnBrk="0" hangingPunct="1">
        <a:lnSpc>
          <a:spcPct val="90000"/>
        </a:lnSpc>
        <a:spcBef>
          <a:spcPct val="0"/>
        </a:spcBef>
        <a:buNone/>
        <a:defRPr sz="2935" kern="1200">
          <a:solidFill>
            <a:schemeClr val="tx1"/>
          </a:solidFill>
          <a:latin typeface="+mj-lt"/>
          <a:ea typeface="+mj-ea"/>
          <a:cs typeface="+mj-cs"/>
        </a:defRPr>
      </a:lvl1pPr>
    </p:titleStyle>
    <p:bodyStyle>
      <a:lvl1pPr marL="152400" indent="-152400" algn="l" defTabSz="608965" rtl="0" eaLnBrk="1" latinLnBrk="0" hangingPunct="1">
        <a:lnSpc>
          <a:spcPct val="90000"/>
        </a:lnSpc>
        <a:spcBef>
          <a:spcPts val="665"/>
        </a:spcBef>
        <a:buFont typeface="Arial" panose="020B0604020202020204" pitchFamily="34" charset="0"/>
        <a:buChar char="•"/>
        <a:defRPr sz="1865" kern="1200">
          <a:solidFill>
            <a:schemeClr val="tx1"/>
          </a:solidFill>
          <a:latin typeface="+mn-lt"/>
          <a:ea typeface="+mn-ea"/>
          <a:cs typeface="+mn-cs"/>
        </a:defRPr>
      </a:lvl1pPr>
      <a:lvl2pPr marL="457200" indent="-152400" algn="l" defTabSz="608965" rtl="0" eaLnBrk="1" latinLnBrk="0" hangingPunct="1">
        <a:lnSpc>
          <a:spcPct val="90000"/>
        </a:lnSpc>
        <a:spcBef>
          <a:spcPts val="335"/>
        </a:spcBef>
        <a:buFont typeface="Arial" panose="020B0604020202020204" pitchFamily="34" charset="0"/>
        <a:buChar char="•"/>
        <a:defRPr sz="1600" kern="1200">
          <a:solidFill>
            <a:schemeClr val="tx1"/>
          </a:solidFill>
          <a:latin typeface="+mn-lt"/>
          <a:ea typeface="+mn-ea"/>
          <a:cs typeface="+mn-cs"/>
        </a:defRPr>
      </a:lvl2pPr>
      <a:lvl3pPr marL="762000" indent="-152400" algn="l" defTabSz="608965" rtl="0" eaLnBrk="1" latinLnBrk="0" hangingPunct="1">
        <a:lnSpc>
          <a:spcPct val="90000"/>
        </a:lnSpc>
        <a:spcBef>
          <a:spcPts val="335"/>
        </a:spcBef>
        <a:buFont typeface="Arial" panose="020B0604020202020204" pitchFamily="34" charset="0"/>
        <a:buChar char="•"/>
        <a:defRPr sz="1335" kern="1200">
          <a:solidFill>
            <a:schemeClr val="tx1"/>
          </a:solidFill>
          <a:latin typeface="+mn-lt"/>
          <a:ea typeface="+mn-ea"/>
          <a:cs typeface="+mn-cs"/>
        </a:defRPr>
      </a:lvl3pPr>
      <a:lvl4pPr marL="1066800" indent="-152400" algn="l" defTabSz="608965" rtl="0" eaLnBrk="1" latinLnBrk="0" hangingPunct="1">
        <a:lnSpc>
          <a:spcPct val="90000"/>
        </a:lnSpc>
        <a:spcBef>
          <a:spcPts val="335"/>
        </a:spcBef>
        <a:buFont typeface="Arial" panose="020B0604020202020204" pitchFamily="34" charset="0"/>
        <a:buChar char="•"/>
        <a:defRPr sz="1200" kern="1200">
          <a:solidFill>
            <a:schemeClr val="tx1"/>
          </a:solidFill>
          <a:latin typeface="+mn-lt"/>
          <a:ea typeface="+mn-ea"/>
          <a:cs typeface="+mn-cs"/>
        </a:defRPr>
      </a:lvl4pPr>
      <a:lvl5pPr marL="1371600" indent="-152400" algn="l" defTabSz="608965" rtl="0" eaLnBrk="1" latinLnBrk="0" hangingPunct="1">
        <a:lnSpc>
          <a:spcPct val="90000"/>
        </a:lnSpc>
        <a:spcBef>
          <a:spcPts val="335"/>
        </a:spcBef>
        <a:buFont typeface="Arial" panose="020B0604020202020204" pitchFamily="34" charset="0"/>
        <a:buChar char="•"/>
        <a:defRPr sz="1200" kern="1200">
          <a:solidFill>
            <a:schemeClr val="tx1"/>
          </a:solidFill>
          <a:latin typeface="+mn-lt"/>
          <a:ea typeface="+mn-ea"/>
          <a:cs typeface="+mn-cs"/>
        </a:defRPr>
      </a:lvl5pPr>
      <a:lvl6pPr marL="1676400" indent="-152400" algn="l" defTabSz="608965" rtl="0" eaLnBrk="1" latinLnBrk="0" hangingPunct="1">
        <a:lnSpc>
          <a:spcPct val="90000"/>
        </a:lnSpc>
        <a:spcBef>
          <a:spcPts val="335"/>
        </a:spcBef>
        <a:buFont typeface="Arial" panose="020B0604020202020204" pitchFamily="34" charset="0"/>
        <a:buChar char="•"/>
        <a:defRPr sz="1200" kern="1200">
          <a:solidFill>
            <a:schemeClr val="tx1"/>
          </a:solidFill>
          <a:latin typeface="+mn-lt"/>
          <a:ea typeface="+mn-ea"/>
          <a:cs typeface="+mn-cs"/>
        </a:defRPr>
      </a:lvl6pPr>
      <a:lvl7pPr marL="1981200" indent="-152400" algn="l" defTabSz="608965" rtl="0" eaLnBrk="1" latinLnBrk="0" hangingPunct="1">
        <a:lnSpc>
          <a:spcPct val="90000"/>
        </a:lnSpc>
        <a:spcBef>
          <a:spcPts val="335"/>
        </a:spcBef>
        <a:buFont typeface="Arial" panose="020B0604020202020204" pitchFamily="34" charset="0"/>
        <a:buChar char="•"/>
        <a:defRPr sz="1200" kern="1200">
          <a:solidFill>
            <a:schemeClr val="tx1"/>
          </a:solidFill>
          <a:latin typeface="+mn-lt"/>
          <a:ea typeface="+mn-ea"/>
          <a:cs typeface="+mn-cs"/>
        </a:defRPr>
      </a:lvl7pPr>
      <a:lvl8pPr marL="2286000" indent="-152400" algn="l" defTabSz="608965" rtl="0" eaLnBrk="1" latinLnBrk="0" hangingPunct="1">
        <a:lnSpc>
          <a:spcPct val="90000"/>
        </a:lnSpc>
        <a:spcBef>
          <a:spcPts val="335"/>
        </a:spcBef>
        <a:buFont typeface="Arial" panose="020B0604020202020204" pitchFamily="34" charset="0"/>
        <a:buChar char="•"/>
        <a:defRPr sz="1200" kern="1200">
          <a:solidFill>
            <a:schemeClr val="tx1"/>
          </a:solidFill>
          <a:latin typeface="+mn-lt"/>
          <a:ea typeface="+mn-ea"/>
          <a:cs typeface="+mn-cs"/>
        </a:defRPr>
      </a:lvl8pPr>
      <a:lvl9pPr marL="2590800" indent="-152400" algn="l" defTabSz="608965" rtl="0" eaLnBrk="1" latinLnBrk="0" hangingPunct="1">
        <a:lnSpc>
          <a:spcPct val="90000"/>
        </a:lnSpc>
        <a:spcBef>
          <a:spcPts val="335"/>
        </a:spcBef>
        <a:buFont typeface="Arial" panose="020B0604020202020204" pitchFamily="34" charset="0"/>
        <a:buChar char="•"/>
        <a:defRPr sz="1200" kern="1200">
          <a:solidFill>
            <a:schemeClr val="tx1"/>
          </a:solidFill>
          <a:latin typeface="+mn-lt"/>
          <a:ea typeface="+mn-ea"/>
          <a:cs typeface="+mn-cs"/>
        </a:defRPr>
      </a:lvl9pPr>
    </p:bodyStyle>
    <p:otherStyle>
      <a:defPPr>
        <a:defRPr lang="zh-CN"/>
      </a:defPPr>
      <a:lvl1pPr marL="0" algn="l" defTabSz="608965" rtl="0" eaLnBrk="1" latinLnBrk="0" hangingPunct="1">
        <a:defRPr sz="1200" kern="1200">
          <a:solidFill>
            <a:schemeClr val="tx1"/>
          </a:solidFill>
          <a:latin typeface="+mn-lt"/>
          <a:ea typeface="+mn-ea"/>
          <a:cs typeface="+mn-cs"/>
        </a:defRPr>
      </a:lvl1pPr>
      <a:lvl2pPr marL="304800" algn="l" defTabSz="608965" rtl="0" eaLnBrk="1" latinLnBrk="0" hangingPunct="1">
        <a:defRPr sz="1200" kern="1200">
          <a:solidFill>
            <a:schemeClr val="tx1"/>
          </a:solidFill>
          <a:latin typeface="+mn-lt"/>
          <a:ea typeface="+mn-ea"/>
          <a:cs typeface="+mn-cs"/>
        </a:defRPr>
      </a:lvl2pPr>
      <a:lvl3pPr marL="609600" algn="l" defTabSz="608965" rtl="0" eaLnBrk="1" latinLnBrk="0" hangingPunct="1">
        <a:defRPr sz="1200" kern="1200">
          <a:solidFill>
            <a:schemeClr val="tx1"/>
          </a:solidFill>
          <a:latin typeface="+mn-lt"/>
          <a:ea typeface="+mn-ea"/>
          <a:cs typeface="+mn-cs"/>
        </a:defRPr>
      </a:lvl3pPr>
      <a:lvl4pPr marL="914400" algn="l" defTabSz="608965" rtl="0" eaLnBrk="1" latinLnBrk="0" hangingPunct="1">
        <a:defRPr sz="1200" kern="1200">
          <a:solidFill>
            <a:schemeClr val="tx1"/>
          </a:solidFill>
          <a:latin typeface="+mn-lt"/>
          <a:ea typeface="+mn-ea"/>
          <a:cs typeface="+mn-cs"/>
        </a:defRPr>
      </a:lvl4pPr>
      <a:lvl5pPr marL="1219200" algn="l" defTabSz="608965" rtl="0" eaLnBrk="1" latinLnBrk="0" hangingPunct="1">
        <a:defRPr sz="1200" kern="1200">
          <a:solidFill>
            <a:schemeClr val="tx1"/>
          </a:solidFill>
          <a:latin typeface="+mn-lt"/>
          <a:ea typeface="+mn-ea"/>
          <a:cs typeface="+mn-cs"/>
        </a:defRPr>
      </a:lvl5pPr>
      <a:lvl6pPr marL="1524000" algn="l" defTabSz="608965" rtl="0" eaLnBrk="1" latinLnBrk="0" hangingPunct="1">
        <a:defRPr sz="1200" kern="1200">
          <a:solidFill>
            <a:schemeClr val="tx1"/>
          </a:solidFill>
          <a:latin typeface="+mn-lt"/>
          <a:ea typeface="+mn-ea"/>
          <a:cs typeface="+mn-cs"/>
        </a:defRPr>
      </a:lvl6pPr>
      <a:lvl7pPr marL="1828800" algn="l" defTabSz="608965" rtl="0" eaLnBrk="1" latinLnBrk="0" hangingPunct="1">
        <a:defRPr sz="1200" kern="1200">
          <a:solidFill>
            <a:schemeClr val="tx1"/>
          </a:solidFill>
          <a:latin typeface="+mn-lt"/>
          <a:ea typeface="+mn-ea"/>
          <a:cs typeface="+mn-cs"/>
        </a:defRPr>
      </a:lvl7pPr>
      <a:lvl8pPr marL="2133600" algn="l" defTabSz="608965" rtl="0" eaLnBrk="1" latinLnBrk="0" hangingPunct="1">
        <a:defRPr sz="1200" kern="1200">
          <a:solidFill>
            <a:schemeClr val="tx1"/>
          </a:solidFill>
          <a:latin typeface="+mn-lt"/>
          <a:ea typeface="+mn-ea"/>
          <a:cs typeface="+mn-cs"/>
        </a:defRPr>
      </a:lvl8pPr>
      <a:lvl9pPr marL="2438400" algn="l" defTabSz="608965"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20109-DB00-890C-ABC8-8A1029CC1308}"/>
            </a:ext>
          </a:extLst>
        </p:cNvPr>
        <p:cNvGrpSpPr/>
        <p:nvPr/>
      </p:nvGrpSpPr>
      <p:grpSpPr>
        <a:xfrm>
          <a:off x="0" y="0"/>
          <a:ext cx="0" cy="0"/>
          <a:chOff x="0" y="0"/>
          <a:chExt cx="0" cy="0"/>
        </a:xfrm>
      </p:grpSpPr>
      <p:sp>
        <p:nvSpPr>
          <p:cNvPr id="10" name="矩形 9">
            <a:extLst>
              <a:ext uri="{FF2B5EF4-FFF2-40B4-BE49-F238E27FC236}">
                <a16:creationId xmlns:a16="http://schemas.microsoft.com/office/drawing/2014/main" id="{1E790390-3298-B0C3-BB8F-322A987D3D65}"/>
              </a:ext>
            </a:extLst>
          </p:cNvPr>
          <p:cNvSpPr/>
          <p:nvPr>
            <p:custDataLst>
              <p:tags r:id="rId1"/>
            </p:custDataLst>
          </p:nvPr>
        </p:nvSpPr>
        <p:spPr>
          <a:xfrm>
            <a:off x="3428132" y="612547"/>
            <a:ext cx="2287734" cy="249555"/>
          </a:xfrm>
          <a:prstGeom prst="rect">
            <a:avLst/>
          </a:prstGeom>
          <a:gradFill flip="none" rotWithShape="1">
            <a:gsLst>
              <a:gs pos="20000">
                <a:srgbClr val="629DD1"/>
              </a:gs>
              <a:gs pos="100000">
                <a:srgbClr val="297FD5">
                  <a:lumMod val="70000"/>
                  <a:lumOff val="30000"/>
                </a:srgbClr>
              </a:gs>
              <a:gs pos="68000">
                <a:srgbClr val="297FD5"/>
              </a:gs>
            </a:gsLst>
            <a:path path="circle">
              <a:fillToRect l="100000" t="100000"/>
            </a:path>
            <a:tileRect r="-100000" b="-100000"/>
          </a:gradFill>
          <a:ln>
            <a:noFill/>
          </a:ln>
        </p:spPr>
        <p:style>
          <a:lnRef idx="2">
            <a:srgbClr val="629DD1">
              <a:shade val="50000"/>
            </a:srgbClr>
          </a:lnRef>
          <a:fillRef idx="1">
            <a:srgbClr val="629DD1"/>
          </a:fillRef>
          <a:effectRef idx="0">
            <a:srgbClr val="629DD1"/>
          </a:effectRef>
          <a:fontRef idx="minor">
            <a:sysClr val="window" lastClr="FFFFFF"/>
          </a:fontRef>
        </p:style>
        <p:txBody>
          <a:bodyPr vertOverflow="overflow" horzOverflow="overflow" vert="horz" wrap="square" numCol="1" spcCol="0" rtlCol="0" fromWordArt="0" anchor="ctr" anchorCtr="0" forceAA="0" compatLnSpc="1">
            <a:noAutofit/>
          </a:bodyPr>
          <a:lstStyle/>
          <a:p>
            <a:pPr indent="0" algn="ctr">
              <a:buNone/>
            </a:pPr>
            <a:r>
              <a:rPr lang="zh-CN" altLang="en-US" sz="1200" b="1" dirty="0">
                <a:sym typeface="+mn-ea"/>
              </a:rPr>
              <a:t>控制器失效模式定义</a:t>
            </a:r>
          </a:p>
        </p:txBody>
      </p:sp>
      <p:graphicFrame>
        <p:nvGraphicFramePr>
          <p:cNvPr id="5" name="表格 4">
            <a:extLst>
              <a:ext uri="{FF2B5EF4-FFF2-40B4-BE49-F238E27FC236}">
                <a16:creationId xmlns:a16="http://schemas.microsoft.com/office/drawing/2014/main" id="{F16E5475-8334-B6EC-839A-DF0A266D9595}"/>
              </a:ext>
            </a:extLst>
          </p:cNvPr>
          <p:cNvGraphicFramePr>
            <a:graphicFrameLocks noGrp="1"/>
          </p:cNvGraphicFramePr>
          <p:nvPr>
            <p:extLst>
              <p:ext uri="{D42A27DB-BD31-4B8C-83A1-F6EECF244321}">
                <p14:modId xmlns:p14="http://schemas.microsoft.com/office/powerpoint/2010/main" val="1658841346"/>
              </p:ext>
            </p:extLst>
          </p:nvPr>
        </p:nvGraphicFramePr>
        <p:xfrm>
          <a:off x="106799" y="862102"/>
          <a:ext cx="8930401" cy="4169284"/>
        </p:xfrm>
        <a:graphic>
          <a:graphicData uri="http://schemas.openxmlformats.org/drawingml/2006/table">
            <a:tbl>
              <a:tblPr firstRow="1" bandRow="1">
                <a:tableStyleId>{5C22544A-7EE6-4342-B048-85BDC9FD1C3A}</a:tableStyleId>
              </a:tblPr>
              <a:tblGrid>
                <a:gridCol w="907103">
                  <a:extLst>
                    <a:ext uri="{9D8B030D-6E8A-4147-A177-3AD203B41FA5}">
                      <a16:colId xmlns:a16="http://schemas.microsoft.com/office/drawing/2014/main" val="794631036"/>
                    </a:ext>
                  </a:extLst>
                </a:gridCol>
                <a:gridCol w="1232978">
                  <a:extLst>
                    <a:ext uri="{9D8B030D-6E8A-4147-A177-3AD203B41FA5}">
                      <a16:colId xmlns:a16="http://schemas.microsoft.com/office/drawing/2014/main" val="3313568891"/>
                    </a:ext>
                  </a:extLst>
                </a:gridCol>
                <a:gridCol w="2448721">
                  <a:extLst>
                    <a:ext uri="{9D8B030D-6E8A-4147-A177-3AD203B41FA5}">
                      <a16:colId xmlns:a16="http://schemas.microsoft.com/office/drawing/2014/main" val="2307468886"/>
                    </a:ext>
                  </a:extLst>
                </a:gridCol>
                <a:gridCol w="2145600">
                  <a:extLst>
                    <a:ext uri="{9D8B030D-6E8A-4147-A177-3AD203B41FA5}">
                      <a16:colId xmlns:a16="http://schemas.microsoft.com/office/drawing/2014/main" val="3562405062"/>
                    </a:ext>
                  </a:extLst>
                </a:gridCol>
                <a:gridCol w="2195999">
                  <a:extLst>
                    <a:ext uri="{9D8B030D-6E8A-4147-A177-3AD203B41FA5}">
                      <a16:colId xmlns:a16="http://schemas.microsoft.com/office/drawing/2014/main" val="90595564"/>
                    </a:ext>
                  </a:extLst>
                </a:gridCol>
              </a:tblGrid>
              <a:tr h="255600">
                <a:tc>
                  <a:txBody>
                    <a:bodyPr/>
                    <a:lstStyle/>
                    <a:p>
                      <a:endParaRPr lang="zh-CN" altLang="en-US" sz="1000"/>
                    </a:p>
                  </a:txBody>
                  <a:tcPr anchor="ctr"/>
                </a:tc>
                <a:tc>
                  <a:txBody>
                    <a:bodyPr/>
                    <a:lstStyle/>
                    <a:p>
                      <a:r>
                        <a:rPr lang="zh-CN" altLang="en-US" sz="1000" dirty="0"/>
                        <a:t>输入信号</a:t>
                      </a:r>
                    </a:p>
                  </a:txBody>
                  <a:tcPr anchor="ctr"/>
                </a:tc>
                <a:tc>
                  <a:txBody>
                    <a:bodyPr/>
                    <a:lstStyle/>
                    <a:p>
                      <a:r>
                        <a:rPr lang="zh-CN" altLang="en-US" sz="1000" dirty="0"/>
                        <a:t>输出信号（正常）</a:t>
                      </a:r>
                    </a:p>
                  </a:txBody>
                  <a:tcPr anchor="ctr"/>
                </a:tc>
                <a:tc>
                  <a:txBody>
                    <a:bodyPr/>
                    <a:lstStyle/>
                    <a:p>
                      <a:r>
                        <a:rPr lang="zh-CN" altLang="en-US" sz="1000" dirty="0"/>
                        <a:t>失效判定（未唤醒）</a:t>
                      </a:r>
                      <a:endParaRPr lang="en-US" altLang="zh-CN" sz="1000" dirty="0"/>
                    </a:p>
                  </a:txBody>
                  <a:tcPr anchor="ctr"/>
                </a:tc>
                <a:tc>
                  <a:txBody>
                    <a:bodyPr/>
                    <a:lstStyle/>
                    <a:p>
                      <a:pPr marL="0" marR="0" lvl="0" indent="0" algn="l" defTabSz="608965" rtl="0" eaLnBrk="1" fontAlgn="auto" latinLnBrk="0" hangingPunct="1">
                        <a:lnSpc>
                          <a:spcPct val="100000"/>
                        </a:lnSpc>
                        <a:spcBef>
                          <a:spcPts val="0"/>
                        </a:spcBef>
                        <a:spcAft>
                          <a:spcPts val="0"/>
                        </a:spcAft>
                        <a:buClrTx/>
                        <a:buSzTx/>
                        <a:buFontTx/>
                        <a:buNone/>
                        <a:tabLst/>
                        <a:defRPr/>
                      </a:pPr>
                      <a:r>
                        <a:rPr lang="zh-CN" altLang="en-US" sz="1000" dirty="0"/>
                        <a:t>失效判定（状态卡死）</a:t>
                      </a:r>
                    </a:p>
                  </a:txBody>
                  <a:tcPr anchor="ctr"/>
                </a:tc>
                <a:extLst>
                  <a:ext uri="{0D108BD9-81ED-4DB2-BD59-A6C34878D82A}">
                    <a16:rowId xmlns:a16="http://schemas.microsoft.com/office/drawing/2014/main" val="1497974002"/>
                  </a:ext>
                </a:extLst>
              </a:tr>
              <a:tr h="894601">
                <a:tc rowSpan="5">
                  <a:txBody>
                    <a:bodyPr/>
                    <a:lstStyle/>
                    <a:p>
                      <a:r>
                        <a:rPr lang="zh-CN" altLang="en-US" sz="1000" b="1" dirty="0"/>
                        <a:t>状态卡死</a:t>
                      </a:r>
                      <a:endParaRPr lang="en-US" altLang="zh-CN" sz="1000" b="1" dirty="0"/>
                    </a:p>
                    <a:p>
                      <a:pPr marL="0" marR="0" lvl="0" indent="0" algn="l" defTabSz="608965" rtl="0" eaLnBrk="1" fontAlgn="auto" latinLnBrk="0" hangingPunct="1">
                        <a:lnSpc>
                          <a:spcPct val="100000"/>
                        </a:lnSpc>
                        <a:spcBef>
                          <a:spcPts val="0"/>
                        </a:spcBef>
                        <a:spcAft>
                          <a:spcPts val="0"/>
                        </a:spcAft>
                        <a:buClrTx/>
                        <a:buSzTx/>
                        <a:buFontTx/>
                        <a:buNone/>
                        <a:tabLst/>
                        <a:defRPr/>
                      </a:pPr>
                      <a:r>
                        <a:rPr lang="zh-CN" altLang="en-US" sz="1000" i="1" dirty="0"/>
                        <a:t>（操作输入信号</a:t>
                      </a:r>
                      <a:r>
                        <a:rPr lang="en-US" altLang="zh-CN" sz="1000" i="1" dirty="0"/>
                        <a:t>1s</a:t>
                      </a:r>
                      <a:r>
                        <a:rPr lang="zh-CN" altLang="en-US" sz="1000" i="1" dirty="0"/>
                        <a:t>后开始观测输出信号，持续观测</a:t>
                      </a:r>
                      <a:r>
                        <a:rPr lang="en-US" altLang="zh-CN" sz="1000" i="1" dirty="0"/>
                        <a:t>20s</a:t>
                      </a:r>
                      <a:r>
                        <a:rPr lang="zh-CN" altLang="en-US" sz="1000" i="1" dirty="0"/>
                        <a:t>）</a:t>
                      </a:r>
                      <a:endParaRPr lang="en-US" altLang="zh-CN" sz="1000" i="1" dirty="0"/>
                    </a:p>
                  </a:txBody>
                  <a:tcPr anchor="ctr"/>
                </a:tc>
                <a:tc>
                  <a:txBody>
                    <a:bodyPr/>
                    <a:lstStyle/>
                    <a:p>
                      <a:pPr algn="ctr"/>
                      <a:r>
                        <a:rPr lang="zh-CN" altLang="en-US" sz="1000" dirty="0"/>
                        <a:t>供电电压</a:t>
                      </a:r>
                      <a:r>
                        <a:rPr lang="en-US" altLang="zh-CN" sz="1000" dirty="0"/>
                        <a:t>&gt;9</a:t>
                      </a:r>
                      <a:endParaRPr lang="zh-CN" altLang="en-US" sz="1000" dirty="0"/>
                    </a:p>
                  </a:txBody>
                  <a:tcPr anchor="ctr"/>
                </a:tc>
                <a:tc>
                  <a:txBody>
                    <a:bodyPr/>
                    <a:lstStyle/>
                    <a:p>
                      <a:r>
                        <a:rPr lang="zh-CN" altLang="en-US" sz="1000" dirty="0"/>
                        <a:t>功耗电流</a:t>
                      </a:r>
                      <a:r>
                        <a:rPr lang="en-US" altLang="zh-CN" sz="1000" dirty="0"/>
                        <a:t>&gt;=0.05</a:t>
                      </a:r>
                    </a:p>
                    <a:p>
                      <a:r>
                        <a:rPr lang="zh-CN" altLang="en-US" sz="1000" dirty="0"/>
                        <a:t>整车</a:t>
                      </a:r>
                      <a:r>
                        <a:rPr lang="en-US" altLang="zh-CN" sz="1000" dirty="0"/>
                        <a:t>state</a:t>
                      </a:r>
                      <a:r>
                        <a:rPr lang="zh-CN" altLang="en-US" sz="1000" dirty="0"/>
                        <a:t>状态</a:t>
                      </a:r>
                      <a:r>
                        <a:rPr lang="en-US" altLang="zh-CN" sz="1000" dirty="0"/>
                        <a:t>&gt;10</a:t>
                      </a:r>
                    </a:p>
                    <a:p>
                      <a:r>
                        <a:rPr lang="zh-CN" altLang="en-US" sz="1000" dirty="0"/>
                        <a:t>总线报文发送标志位</a:t>
                      </a:r>
                      <a:r>
                        <a:rPr lang="en-US" altLang="zh-CN" sz="1000" dirty="0"/>
                        <a:t>==1</a:t>
                      </a:r>
                    </a:p>
                    <a:p>
                      <a:r>
                        <a:rPr lang="en-US" altLang="zh-CN" sz="1000" dirty="0"/>
                        <a:t>PDCU</a:t>
                      </a:r>
                      <a:r>
                        <a:rPr lang="zh-CN" altLang="en-US" sz="1000" dirty="0"/>
                        <a:t>唤醒原因</a:t>
                      </a:r>
                      <a:r>
                        <a:rPr lang="en-US" altLang="zh-CN" sz="1000" dirty="0"/>
                        <a:t>==1</a:t>
                      </a:r>
                    </a:p>
                    <a:p>
                      <a:r>
                        <a:rPr lang="zh-CN" altLang="en-US" sz="1000" dirty="0"/>
                        <a:t>整车模式</a:t>
                      </a:r>
                      <a:r>
                        <a:rPr lang="en-US" altLang="zh-CN" sz="1000" dirty="0"/>
                        <a:t>==2</a:t>
                      </a:r>
                      <a:endParaRPr lang="zh-CN" altLang="en-US" sz="1000" dirty="0"/>
                    </a:p>
                  </a:txBody>
                  <a:tcPr anchor="ctr"/>
                </a:tc>
                <a:tc>
                  <a:txBody>
                    <a:bodyPr/>
                    <a:lstStyle/>
                    <a:p>
                      <a:pPr marL="0" marR="0" lvl="0" indent="0" algn="l" defTabSz="608965" rtl="0" eaLnBrk="1" fontAlgn="auto" latinLnBrk="0" hangingPunct="1">
                        <a:lnSpc>
                          <a:spcPct val="100000"/>
                        </a:lnSpc>
                        <a:spcBef>
                          <a:spcPts val="0"/>
                        </a:spcBef>
                        <a:spcAft>
                          <a:spcPts val="0"/>
                        </a:spcAft>
                        <a:buClrTx/>
                        <a:buSzTx/>
                        <a:buFontTx/>
                        <a:buNone/>
                        <a:tabLst/>
                        <a:defRPr/>
                      </a:pPr>
                      <a:r>
                        <a:rPr lang="zh-CN" altLang="en-US" sz="1000" dirty="0"/>
                        <a:t>功耗电流</a:t>
                      </a:r>
                      <a:r>
                        <a:rPr lang="en-US" altLang="zh-CN" sz="1000" dirty="0"/>
                        <a:t>&lt;=0.05</a:t>
                      </a:r>
                    </a:p>
                    <a:p>
                      <a:pPr marL="0" marR="0" lvl="0" indent="0" algn="l" defTabSz="608965" rtl="0" eaLnBrk="1" fontAlgn="auto" latinLnBrk="0" hangingPunct="1">
                        <a:lnSpc>
                          <a:spcPct val="100000"/>
                        </a:lnSpc>
                        <a:spcBef>
                          <a:spcPts val="0"/>
                        </a:spcBef>
                        <a:spcAft>
                          <a:spcPts val="0"/>
                        </a:spcAft>
                        <a:buClrTx/>
                        <a:buSzTx/>
                        <a:buFontTx/>
                        <a:buNone/>
                        <a:tabLst/>
                        <a:defRPr/>
                      </a:pPr>
                      <a:r>
                        <a:rPr lang="zh-CN" altLang="en-US" sz="1000" dirty="0"/>
                        <a:t>总线报文发送标志位</a:t>
                      </a:r>
                      <a:r>
                        <a:rPr lang="en-US" altLang="zh-CN" sz="1000" dirty="0"/>
                        <a:t>==0</a:t>
                      </a:r>
                    </a:p>
                  </a:txBody>
                  <a:tcPr anchor="ctr"/>
                </a:tc>
                <a:tc>
                  <a:txBody>
                    <a:bodyPr/>
                    <a:lstStyle/>
                    <a:p>
                      <a:r>
                        <a:rPr lang="zh-CN" altLang="en-US" sz="1000" dirty="0"/>
                        <a:t>功耗电流</a:t>
                      </a:r>
                      <a:r>
                        <a:rPr lang="en-US" altLang="zh-CN" sz="1000" dirty="0"/>
                        <a:t>&gt;=0.05</a:t>
                      </a:r>
                    </a:p>
                    <a:p>
                      <a:r>
                        <a:rPr lang="zh-CN" altLang="en-US" sz="1000" dirty="0"/>
                        <a:t>整车</a:t>
                      </a:r>
                      <a:r>
                        <a:rPr lang="en-US" altLang="zh-CN" sz="1000" dirty="0"/>
                        <a:t>state</a:t>
                      </a:r>
                      <a:r>
                        <a:rPr lang="zh-CN" altLang="en-US" sz="1000" dirty="0"/>
                        <a:t>状态</a:t>
                      </a:r>
                      <a:r>
                        <a:rPr lang="en-US" altLang="zh-CN" sz="1000" dirty="0"/>
                        <a:t>==10</a:t>
                      </a:r>
                    </a:p>
                    <a:p>
                      <a:r>
                        <a:rPr lang="zh-CN" altLang="en-US" sz="1000" dirty="0"/>
                        <a:t>总线报文发送标志位</a:t>
                      </a:r>
                      <a:r>
                        <a:rPr lang="en-US" altLang="zh-CN" sz="1000" dirty="0"/>
                        <a:t>==1</a:t>
                      </a:r>
                    </a:p>
                    <a:p>
                      <a:r>
                        <a:rPr lang="en-US" altLang="zh-CN" sz="1000" dirty="0"/>
                        <a:t>PDCU</a:t>
                      </a:r>
                      <a:r>
                        <a:rPr lang="zh-CN" altLang="en-US" sz="1000" dirty="0"/>
                        <a:t>唤醒原因</a:t>
                      </a:r>
                      <a:r>
                        <a:rPr lang="en-US" altLang="zh-CN" sz="1000" dirty="0"/>
                        <a:t>==1</a:t>
                      </a:r>
                    </a:p>
                    <a:p>
                      <a:r>
                        <a:rPr lang="zh-CN" altLang="en-US" sz="1000" dirty="0"/>
                        <a:t>整车模式</a:t>
                      </a:r>
                      <a:r>
                        <a:rPr lang="en-US" altLang="zh-CN" sz="1000" dirty="0"/>
                        <a:t>==2</a:t>
                      </a:r>
                      <a:endParaRPr lang="zh-CN" altLang="en-US" sz="1000" dirty="0"/>
                    </a:p>
                  </a:txBody>
                  <a:tcPr anchor="ctr"/>
                </a:tc>
                <a:extLst>
                  <a:ext uri="{0D108BD9-81ED-4DB2-BD59-A6C34878D82A}">
                    <a16:rowId xmlns:a16="http://schemas.microsoft.com/office/drawing/2014/main" val="1622408109"/>
                  </a:ext>
                </a:extLst>
              </a:tr>
              <a:tr h="894601">
                <a:tc vMerge="1">
                  <a:txBody>
                    <a:bodyPr/>
                    <a:lstStyle/>
                    <a:p>
                      <a:endParaRPr lang="zh-CN" altLang="en-US" dirty="0"/>
                    </a:p>
                  </a:txBody>
                  <a:tcPr/>
                </a:tc>
                <a:tc>
                  <a:txBody>
                    <a:bodyPr/>
                    <a:lstStyle/>
                    <a:p>
                      <a:pPr algn="ctr"/>
                      <a:r>
                        <a:rPr lang="zh-CN" altLang="en-US" sz="1000" dirty="0"/>
                        <a:t>网络唤醒报文</a:t>
                      </a:r>
                      <a:r>
                        <a:rPr lang="en-US" altLang="zh-CN" sz="1000" dirty="0"/>
                        <a:t>=</a:t>
                      </a:r>
                      <a:r>
                        <a:rPr lang="zh-CN" altLang="en-US" sz="1000" dirty="0"/>
                        <a:t>使能</a:t>
                      </a:r>
                    </a:p>
                  </a:txBody>
                  <a:tcPr anchor="ctr"/>
                </a:tc>
                <a:tc>
                  <a:txBody>
                    <a:bodyPr/>
                    <a:lstStyle/>
                    <a:p>
                      <a:r>
                        <a:rPr lang="zh-CN" altLang="en-US" sz="1000" dirty="0"/>
                        <a:t>功耗电流</a:t>
                      </a:r>
                      <a:r>
                        <a:rPr lang="en-US" altLang="zh-CN" sz="1000" dirty="0"/>
                        <a:t>&gt;=0.05</a:t>
                      </a:r>
                    </a:p>
                    <a:p>
                      <a:r>
                        <a:rPr lang="zh-CN" altLang="en-US" sz="1000" dirty="0"/>
                        <a:t>整车</a:t>
                      </a:r>
                      <a:r>
                        <a:rPr lang="en-US" altLang="zh-CN" sz="1000" dirty="0"/>
                        <a:t>state</a:t>
                      </a:r>
                      <a:r>
                        <a:rPr lang="zh-CN" altLang="en-US" sz="1000" dirty="0"/>
                        <a:t>状态</a:t>
                      </a:r>
                      <a:r>
                        <a:rPr lang="en-US" altLang="zh-CN" sz="1000" dirty="0"/>
                        <a:t>&gt;10</a:t>
                      </a:r>
                    </a:p>
                    <a:p>
                      <a:r>
                        <a:rPr lang="zh-CN" altLang="en-US" sz="1000" dirty="0"/>
                        <a:t>总线报文发送标志位</a:t>
                      </a:r>
                      <a:r>
                        <a:rPr lang="en-US" altLang="zh-CN" sz="1000" dirty="0"/>
                        <a:t>==1</a:t>
                      </a:r>
                    </a:p>
                    <a:p>
                      <a:r>
                        <a:rPr lang="en-US" altLang="zh-CN" sz="1000" dirty="0"/>
                        <a:t>PDCU</a:t>
                      </a:r>
                      <a:r>
                        <a:rPr lang="zh-CN" altLang="en-US" sz="1000" dirty="0"/>
                        <a:t>唤醒原因</a:t>
                      </a:r>
                      <a:r>
                        <a:rPr lang="en-US" altLang="zh-CN" sz="1000" dirty="0"/>
                        <a:t>==2</a:t>
                      </a:r>
                    </a:p>
                    <a:p>
                      <a:r>
                        <a:rPr lang="zh-CN" altLang="en-US" sz="1000" dirty="0"/>
                        <a:t>整车模式</a:t>
                      </a:r>
                      <a:r>
                        <a:rPr lang="en-US" altLang="zh-CN" sz="1000" dirty="0"/>
                        <a:t>==3</a:t>
                      </a:r>
                      <a:endParaRPr lang="zh-CN" altLang="en-US" sz="1000" dirty="0"/>
                    </a:p>
                  </a:txBody>
                  <a:tcPr anchor="ctr"/>
                </a:tc>
                <a:tc>
                  <a:txBody>
                    <a:bodyPr/>
                    <a:lstStyle/>
                    <a:p>
                      <a:pPr marL="0" marR="0" lvl="0" indent="0" algn="l" defTabSz="608965" rtl="0" eaLnBrk="1" fontAlgn="auto" latinLnBrk="0" hangingPunct="1">
                        <a:lnSpc>
                          <a:spcPct val="100000"/>
                        </a:lnSpc>
                        <a:spcBef>
                          <a:spcPts val="0"/>
                        </a:spcBef>
                        <a:spcAft>
                          <a:spcPts val="0"/>
                        </a:spcAft>
                        <a:buClrTx/>
                        <a:buSzTx/>
                        <a:buFontTx/>
                        <a:buNone/>
                        <a:tabLst/>
                        <a:defRPr/>
                      </a:pPr>
                      <a:r>
                        <a:rPr lang="zh-CN" altLang="en-US" sz="1000" dirty="0"/>
                        <a:t>功耗电流</a:t>
                      </a:r>
                      <a:r>
                        <a:rPr lang="en-US" altLang="zh-CN" sz="1000" dirty="0"/>
                        <a:t>&lt;=0.05</a:t>
                      </a:r>
                    </a:p>
                    <a:p>
                      <a:pPr marL="0" marR="0" lvl="0" indent="0" algn="l" defTabSz="608965" rtl="0" eaLnBrk="1" fontAlgn="auto" latinLnBrk="0" hangingPunct="1">
                        <a:lnSpc>
                          <a:spcPct val="100000"/>
                        </a:lnSpc>
                        <a:spcBef>
                          <a:spcPts val="0"/>
                        </a:spcBef>
                        <a:spcAft>
                          <a:spcPts val="0"/>
                        </a:spcAft>
                        <a:buClrTx/>
                        <a:buSzTx/>
                        <a:buFontTx/>
                        <a:buNone/>
                        <a:tabLst/>
                        <a:defRPr/>
                      </a:pPr>
                      <a:r>
                        <a:rPr lang="zh-CN" altLang="en-US" sz="1000" dirty="0"/>
                        <a:t>总线报文发送标志位</a:t>
                      </a:r>
                      <a:r>
                        <a:rPr lang="en-US" altLang="zh-CN" sz="1000" dirty="0"/>
                        <a:t>==0</a:t>
                      </a:r>
                    </a:p>
                  </a:txBody>
                  <a:tcPr anchor="ctr"/>
                </a:tc>
                <a:tc>
                  <a:txBody>
                    <a:bodyPr/>
                    <a:lstStyle/>
                    <a:p>
                      <a:r>
                        <a:rPr lang="zh-CN" altLang="en-US" sz="1000" dirty="0"/>
                        <a:t>功耗电流</a:t>
                      </a:r>
                      <a:r>
                        <a:rPr lang="en-US" altLang="zh-CN" sz="1000" dirty="0"/>
                        <a:t>&gt;=0.05</a:t>
                      </a:r>
                    </a:p>
                    <a:p>
                      <a:r>
                        <a:rPr lang="zh-CN" altLang="en-US" sz="1000" dirty="0"/>
                        <a:t>整车</a:t>
                      </a:r>
                      <a:r>
                        <a:rPr lang="en-US" altLang="zh-CN" sz="1000" dirty="0"/>
                        <a:t>state</a:t>
                      </a:r>
                      <a:r>
                        <a:rPr lang="zh-CN" altLang="en-US" sz="1000" dirty="0"/>
                        <a:t>状态</a:t>
                      </a:r>
                      <a:r>
                        <a:rPr lang="en-US" altLang="zh-CN" sz="1000" dirty="0"/>
                        <a:t>==10</a:t>
                      </a:r>
                    </a:p>
                    <a:p>
                      <a:r>
                        <a:rPr lang="zh-CN" altLang="en-US" sz="1000" dirty="0"/>
                        <a:t>总线报文发送标志位</a:t>
                      </a:r>
                      <a:r>
                        <a:rPr lang="en-US" altLang="zh-CN" sz="1000" dirty="0"/>
                        <a:t>==1</a:t>
                      </a:r>
                    </a:p>
                    <a:p>
                      <a:r>
                        <a:rPr lang="en-US" altLang="zh-CN" sz="1000" dirty="0"/>
                        <a:t>PDCU</a:t>
                      </a:r>
                      <a:r>
                        <a:rPr lang="zh-CN" altLang="en-US" sz="1000" dirty="0"/>
                        <a:t>唤醒原因</a:t>
                      </a:r>
                      <a:r>
                        <a:rPr lang="en-US" altLang="zh-CN" sz="1000" dirty="0"/>
                        <a:t>==2</a:t>
                      </a:r>
                    </a:p>
                    <a:p>
                      <a:r>
                        <a:rPr lang="zh-CN" altLang="en-US" sz="1000" dirty="0"/>
                        <a:t>整车模式</a:t>
                      </a:r>
                      <a:r>
                        <a:rPr lang="en-US" altLang="zh-CN" sz="1000" dirty="0"/>
                        <a:t>==3</a:t>
                      </a:r>
                      <a:endParaRPr lang="zh-CN" altLang="en-US" sz="1000" dirty="0"/>
                    </a:p>
                  </a:txBody>
                  <a:tcPr anchor="ctr"/>
                </a:tc>
                <a:extLst>
                  <a:ext uri="{0D108BD9-81ED-4DB2-BD59-A6C34878D82A}">
                    <a16:rowId xmlns:a16="http://schemas.microsoft.com/office/drawing/2014/main" val="3608012661"/>
                  </a:ext>
                </a:extLst>
              </a:tr>
              <a:tr h="894601">
                <a:tc vMerge="1">
                  <a:txBody>
                    <a:bodyPr/>
                    <a:lstStyle/>
                    <a:p>
                      <a:endParaRPr lang="zh-CN" altLang="en-US"/>
                    </a:p>
                  </a:txBody>
                  <a:tcPr/>
                </a:tc>
                <a:tc>
                  <a:txBody>
                    <a:bodyPr/>
                    <a:lstStyle/>
                    <a:p>
                      <a:pPr algn="ctr"/>
                      <a:r>
                        <a:rPr lang="en-US" altLang="zh-CN" sz="1000" dirty="0"/>
                        <a:t>CC2</a:t>
                      </a:r>
                      <a:r>
                        <a:rPr lang="zh-CN" altLang="en-US" sz="1000" dirty="0"/>
                        <a:t>电压</a:t>
                      </a:r>
                      <a:r>
                        <a:rPr lang="en-US" altLang="zh-CN" sz="1000" dirty="0"/>
                        <a:t>=6</a:t>
                      </a:r>
                      <a:endParaRPr lang="zh-CN" altLang="en-US" sz="1000" dirty="0"/>
                    </a:p>
                  </a:txBody>
                  <a:tcPr anchor="ctr"/>
                </a:tc>
                <a:tc>
                  <a:txBody>
                    <a:bodyPr/>
                    <a:lstStyle/>
                    <a:p>
                      <a:r>
                        <a:rPr lang="zh-CN" altLang="en-US" sz="1000" dirty="0"/>
                        <a:t>功耗电流</a:t>
                      </a:r>
                      <a:r>
                        <a:rPr lang="en-US" altLang="zh-CN" sz="1000" dirty="0"/>
                        <a:t>&gt;=0.05</a:t>
                      </a:r>
                    </a:p>
                    <a:p>
                      <a:r>
                        <a:rPr lang="zh-CN" altLang="en-US" sz="1000" dirty="0"/>
                        <a:t>整车</a:t>
                      </a:r>
                      <a:r>
                        <a:rPr lang="en-US" altLang="zh-CN" sz="1000" dirty="0"/>
                        <a:t>state</a:t>
                      </a:r>
                      <a:r>
                        <a:rPr lang="zh-CN" altLang="en-US" sz="1000" dirty="0"/>
                        <a:t>状态</a:t>
                      </a:r>
                      <a:r>
                        <a:rPr lang="en-US" altLang="zh-CN" sz="1000" dirty="0"/>
                        <a:t>&gt;10</a:t>
                      </a:r>
                    </a:p>
                    <a:p>
                      <a:r>
                        <a:rPr lang="zh-CN" altLang="en-US" sz="1000" dirty="0"/>
                        <a:t>总线报文发送标志位</a:t>
                      </a:r>
                      <a:r>
                        <a:rPr lang="en-US" altLang="zh-CN" sz="1000" dirty="0"/>
                        <a:t>==1</a:t>
                      </a:r>
                    </a:p>
                    <a:p>
                      <a:r>
                        <a:rPr lang="en-US" altLang="zh-CN" sz="1000" dirty="0"/>
                        <a:t>PDCU</a:t>
                      </a:r>
                      <a:r>
                        <a:rPr lang="zh-CN" altLang="en-US" sz="1000" dirty="0"/>
                        <a:t>唤醒原因</a:t>
                      </a:r>
                      <a:r>
                        <a:rPr lang="en-US" altLang="zh-CN" sz="1000" dirty="0"/>
                        <a:t>==5</a:t>
                      </a:r>
                    </a:p>
                    <a:p>
                      <a:r>
                        <a:rPr lang="zh-CN" altLang="en-US" sz="1000" dirty="0"/>
                        <a:t>整车模式</a:t>
                      </a:r>
                      <a:r>
                        <a:rPr lang="en-US" altLang="zh-CN" sz="1000" dirty="0"/>
                        <a:t>==5</a:t>
                      </a:r>
                      <a:endParaRPr lang="zh-CN" altLang="en-US" sz="1000" dirty="0"/>
                    </a:p>
                  </a:txBody>
                  <a:tcPr anchor="ctr"/>
                </a:tc>
                <a:tc>
                  <a:txBody>
                    <a:bodyPr/>
                    <a:lstStyle/>
                    <a:p>
                      <a:pPr marL="0" marR="0" lvl="0" indent="0" algn="l" defTabSz="608965" rtl="0" eaLnBrk="1" fontAlgn="auto" latinLnBrk="0" hangingPunct="1">
                        <a:lnSpc>
                          <a:spcPct val="100000"/>
                        </a:lnSpc>
                        <a:spcBef>
                          <a:spcPts val="0"/>
                        </a:spcBef>
                        <a:spcAft>
                          <a:spcPts val="0"/>
                        </a:spcAft>
                        <a:buClrTx/>
                        <a:buSzTx/>
                        <a:buFontTx/>
                        <a:buNone/>
                        <a:tabLst/>
                        <a:defRPr/>
                      </a:pPr>
                      <a:r>
                        <a:rPr lang="zh-CN" altLang="en-US" sz="1000" dirty="0"/>
                        <a:t>功耗电流</a:t>
                      </a:r>
                      <a:r>
                        <a:rPr lang="en-US" altLang="zh-CN" sz="1000" dirty="0"/>
                        <a:t>&lt;=0.05</a:t>
                      </a:r>
                    </a:p>
                    <a:p>
                      <a:pPr marL="0" marR="0" lvl="0" indent="0" algn="l" defTabSz="608965" rtl="0" eaLnBrk="1" fontAlgn="auto" latinLnBrk="0" hangingPunct="1">
                        <a:lnSpc>
                          <a:spcPct val="100000"/>
                        </a:lnSpc>
                        <a:spcBef>
                          <a:spcPts val="0"/>
                        </a:spcBef>
                        <a:spcAft>
                          <a:spcPts val="0"/>
                        </a:spcAft>
                        <a:buClrTx/>
                        <a:buSzTx/>
                        <a:buFontTx/>
                        <a:buNone/>
                        <a:tabLst/>
                        <a:defRPr/>
                      </a:pPr>
                      <a:r>
                        <a:rPr lang="zh-CN" altLang="en-US" sz="1000" dirty="0"/>
                        <a:t>总线报文发送标志位</a:t>
                      </a:r>
                      <a:r>
                        <a:rPr lang="en-US" altLang="zh-CN" sz="1000" dirty="0"/>
                        <a:t>==0</a:t>
                      </a:r>
                    </a:p>
                  </a:txBody>
                  <a:tcPr anchor="ctr"/>
                </a:tc>
                <a:tc>
                  <a:txBody>
                    <a:bodyPr/>
                    <a:lstStyle/>
                    <a:p>
                      <a:r>
                        <a:rPr lang="zh-CN" altLang="en-US" sz="1000" dirty="0"/>
                        <a:t>功耗电流</a:t>
                      </a:r>
                      <a:r>
                        <a:rPr lang="en-US" altLang="zh-CN" sz="1000" dirty="0"/>
                        <a:t>&gt;=0.05</a:t>
                      </a:r>
                    </a:p>
                    <a:p>
                      <a:r>
                        <a:rPr lang="zh-CN" altLang="en-US" sz="1000" dirty="0"/>
                        <a:t>整车</a:t>
                      </a:r>
                      <a:r>
                        <a:rPr lang="en-US" altLang="zh-CN" sz="1000" dirty="0"/>
                        <a:t>state</a:t>
                      </a:r>
                      <a:r>
                        <a:rPr lang="zh-CN" altLang="en-US" sz="1000" dirty="0"/>
                        <a:t>状态</a:t>
                      </a:r>
                      <a:r>
                        <a:rPr lang="en-US" altLang="zh-CN" sz="1000" dirty="0"/>
                        <a:t>==10</a:t>
                      </a:r>
                    </a:p>
                    <a:p>
                      <a:r>
                        <a:rPr lang="zh-CN" altLang="en-US" sz="1000" dirty="0"/>
                        <a:t>总线报文发送标志位</a:t>
                      </a:r>
                      <a:r>
                        <a:rPr lang="en-US" altLang="zh-CN" sz="1000" dirty="0"/>
                        <a:t>==1</a:t>
                      </a:r>
                    </a:p>
                    <a:p>
                      <a:r>
                        <a:rPr lang="en-US" altLang="zh-CN" sz="1000" dirty="0"/>
                        <a:t>PDCU</a:t>
                      </a:r>
                      <a:r>
                        <a:rPr lang="zh-CN" altLang="en-US" sz="1000" dirty="0"/>
                        <a:t>唤醒原因</a:t>
                      </a:r>
                      <a:r>
                        <a:rPr lang="en-US" altLang="zh-CN" sz="1000" dirty="0"/>
                        <a:t>==5</a:t>
                      </a:r>
                    </a:p>
                    <a:p>
                      <a:r>
                        <a:rPr lang="zh-CN" altLang="en-US" sz="1000" dirty="0"/>
                        <a:t>整车模式</a:t>
                      </a:r>
                      <a:r>
                        <a:rPr lang="en-US" altLang="zh-CN" sz="1000" dirty="0"/>
                        <a:t>==5</a:t>
                      </a:r>
                      <a:endParaRPr lang="zh-CN" altLang="en-US" sz="1000" dirty="0"/>
                    </a:p>
                  </a:txBody>
                  <a:tcPr anchor="ctr"/>
                </a:tc>
                <a:extLst>
                  <a:ext uri="{0D108BD9-81ED-4DB2-BD59-A6C34878D82A}">
                    <a16:rowId xmlns:a16="http://schemas.microsoft.com/office/drawing/2014/main" val="3982917132"/>
                  </a:ext>
                </a:extLst>
              </a:tr>
              <a:tr h="894601">
                <a:tc vMerge="1">
                  <a:txBody>
                    <a:bodyPr/>
                    <a:lstStyle/>
                    <a:p>
                      <a:endParaRPr lang="zh-CN" altLang="en-US" dirty="0"/>
                    </a:p>
                  </a:txBody>
                  <a:tcPr/>
                </a:tc>
                <a:tc>
                  <a:txBody>
                    <a:bodyPr/>
                    <a:lstStyle/>
                    <a:p>
                      <a:pPr algn="ctr"/>
                      <a:r>
                        <a:rPr lang="en-US" altLang="zh-CN" sz="1000" dirty="0"/>
                        <a:t>CP</a:t>
                      </a:r>
                      <a:r>
                        <a:rPr lang="zh-CN" altLang="en-US" sz="1000" dirty="0"/>
                        <a:t>幅值</a:t>
                      </a:r>
                      <a:r>
                        <a:rPr lang="en-US" altLang="zh-CN" sz="1000" dirty="0"/>
                        <a:t>&gt;9</a:t>
                      </a:r>
                    </a:p>
                    <a:p>
                      <a:pPr algn="ctr"/>
                      <a:r>
                        <a:rPr lang="zh-CN" altLang="en-US" sz="1000" dirty="0"/>
                        <a:t>或</a:t>
                      </a:r>
                      <a:endParaRPr lang="en-US" altLang="zh-CN" sz="1000" dirty="0"/>
                    </a:p>
                    <a:p>
                      <a:pPr algn="ctr"/>
                      <a:r>
                        <a:rPr lang="en-US" altLang="zh-CN" sz="1000" dirty="0"/>
                        <a:t>CC</a:t>
                      </a:r>
                      <a:r>
                        <a:rPr lang="zh-CN" altLang="en-US" sz="1000" dirty="0"/>
                        <a:t>电压值</a:t>
                      </a:r>
                      <a:r>
                        <a:rPr lang="en-US" altLang="zh-CN" sz="1000" dirty="0"/>
                        <a:t>&lt;4</a:t>
                      </a:r>
                      <a:endParaRPr lang="zh-CN" altLang="en-US" sz="1000" dirty="0"/>
                    </a:p>
                  </a:txBody>
                  <a:tcPr anchor="ctr"/>
                </a:tc>
                <a:tc>
                  <a:txBody>
                    <a:bodyPr/>
                    <a:lstStyle/>
                    <a:p>
                      <a:r>
                        <a:rPr lang="zh-CN" altLang="en-US" sz="1000" dirty="0"/>
                        <a:t>功耗电流</a:t>
                      </a:r>
                      <a:r>
                        <a:rPr lang="en-US" altLang="zh-CN" sz="1000" dirty="0"/>
                        <a:t>&gt;=0.05</a:t>
                      </a:r>
                    </a:p>
                    <a:p>
                      <a:r>
                        <a:rPr lang="zh-CN" altLang="en-US" sz="1000" dirty="0"/>
                        <a:t>整车</a:t>
                      </a:r>
                      <a:r>
                        <a:rPr lang="en-US" altLang="zh-CN" sz="1000" dirty="0"/>
                        <a:t>state</a:t>
                      </a:r>
                      <a:r>
                        <a:rPr lang="zh-CN" altLang="en-US" sz="1000" dirty="0"/>
                        <a:t>状态</a:t>
                      </a:r>
                      <a:r>
                        <a:rPr lang="en-US" altLang="zh-CN" sz="1000" dirty="0"/>
                        <a:t>&gt;10</a:t>
                      </a:r>
                    </a:p>
                    <a:p>
                      <a:r>
                        <a:rPr lang="zh-CN" altLang="en-US" sz="1000" dirty="0"/>
                        <a:t>总线报文发送标志位</a:t>
                      </a:r>
                      <a:r>
                        <a:rPr lang="en-US" altLang="zh-CN" sz="1000" dirty="0"/>
                        <a:t>==1</a:t>
                      </a:r>
                    </a:p>
                    <a:p>
                      <a:r>
                        <a:rPr lang="en-US" altLang="zh-CN" sz="1000" dirty="0"/>
                        <a:t>PDCU</a:t>
                      </a:r>
                      <a:r>
                        <a:rPr lang="zh-CN" altLang="en-US" sz="1000" dirty="0"/>
                        <a:t>唤醒原因</a:t>
                      </a:r>
                      <a:r>
                        <a:rPr lang="en-US" altLang="zh-CN" sz="1000" dirty="0"/>
                        <a:t>==3</a:t>
                      </a:r>
                      <a:r>
                        <a:rPr lang="zh-CN" altLang="en-US" sz="1000" dirty="0"/>
                        <a:t>或</a:t>
                      </a:r>
                      <a:r>
                        <a:rPr lang="en-US" altLang="zh-CN" sz="1000" dirty="0"/>
                        <a:t>4</a:t>
                      </a:r>
                    </a:p>
                    <a:p>
                      <a:r>
                        <a:rPr lang="zh-CN" altLang="en-US" sz="1000" dirty="0"/>
                        <a:t>整车模式</a:t>
                      </a:r>
                      <a:r>
                        <a:rPr lang="en-US" altLang="zh-CN" sz="1000" dirty="0"/>
                        <a:t>==4</a:t>
                      </a:r>
                      <a:endParaRPr lang="zh-CN" altLang="en-US" sz="1000" dirty="0"/>
                    </a:p>
                  </a:txBody>
                  <a:tcPr anchor="ctr"/>
                </a:tc>
                <a:tc>
                  <a:txBody>
                    <a:bodyPr/>
                    <a:lstStyle/>
                    <a:p>
                      <a:pPr marL="0" marR="0" lvl="0" indent="0" algn="l" defTabSz="608965" rtl="0" eaLnBrk="1" fontAlgn="auto" latinLnBrk="0" hangingPunct="1">
                        <a:lnSpc>
                          <a:spcPct val="100000"/>
                        </a:lnSpc>
                        <a:spcBef>
                          <a:spcPts val="0"/>
                        </a:spcBef>
                        <a:spcAft>
                          <a:spcPts val="0"/>
                        </a:spcAft>
                        <a:buClrTx/>
                        <a:buSzTx/>
                        <a:buFontTx/>
                        <a:buNone/>
                        <a:tabLst/>
                        <a:defRPr/>
                      </a:pPr>
                      <a:r>
                        <a:rPr lang="zh-CN" altLang="en-US" sz="1000" dirty="0"/>
                        <a:t>功耗电流</a:t>
                      </a:r>
                      <a:r>
                        <a:rPr lang="en-US" altLang="zh-CN" sz="1000" dirty="0"/>
                        <a:t>&lt;=0.05</a:t>
                      </a:r>
                    </a:p>
                    <a:p>
                      <a:pPr marL="0" marR="0" lvl="0" indent="0" algn="l" defTabSz="608965" rtl="0" eaLnBrk="1" fontAlgn="auto" latinLnBrk="0" hangingPunct="1">
                        <a:lnSpc>
                          <a:spcPct val="100000"/>
                        </a:lnSpc>
                        <a:spcBef>
                          <a:spcPts val="0"/>
                        </a:spcBef>
                        <a:spcAft>
                          <a:spcPts val="0"/>
                        </a:spcAft>
                        <a:buClrTx/>
                        <a:buSzTx/>
                        <a:buFontTx/>
                        <a:buNone/>
                        <a:tabLst/>
                        <a:defRPr/>
                      </a:pPr>
                      <a:r>
                        <a:rPr lang="zh-CN" altLang="en-US" sz="1000" dirty="0"/>
                        <a:t>总线报文发送标志位</a:t>
                      </a:r>
                      <a:r>
                        <a:rPr lang="en-US" altLang="zh-CN" sz="1000" dirty="0"/>
                        <a:t>==0</a:t>
                      </a:r>
                    </a:p>
                    <a:p>
                      <a:endParaRPr lang="zh-CN" altLang="en-US" sz="1000" dirty="0"/>
                    </a:p>
                  </a:txBody>
                  <a:tcPr anchor="ctr"/>
                </a:tc>
                <a:tc>
                  <a:txBody>
                    <a:bodyPr/>
                    <a:lstStyle/>
                    <a:p>
                      <a:r>
                        <a:rPr lang="zh-CN" altLang="en-US" sz="1000" dirty="0"/>
                        <a:t>功耗电流</a:t>
                      </a:r>
                      <a:r>
                        <a:rPr lang="en-US" altLang="zh-CN" sz="1000" dirty="0"/>
                        <a:t>&gt;=0.05</a:t>
                      </a:r>
                    </a:p>
                    <a:p>
                      <a:r>
                        <a:rPr lang="zh-CN" altLang="en-US" sz="1000" dirty="0"/>
                        <a:t>整车</a:t>
                      </a:r>
                      <a:r>
                        <a:rPr lang="en-US" altLang="zh-CN" sz="1000" dirty="0"/>
                        <a:t>state</a:t>
                      </a:r>
                      <a:r>
                        <a:rPr lang="zh-CN" altLang="en-US" sz="1000" dirty="0"/>
                        <a:t>状态</a:t>
                      </a:r>
                      <a:r>
                        <a:rPr lang="en-US" altLang="zh-CN" sz="1000" dirty="0"/>
                        <a:t>==10</a:t>
                      </a:r>
                    </a:p>
                    <a:p>
                      <a:r>
                        <a:rPr lang="zh-CN" altLang="en-US" sz="1000" dirty="0"/>
                        <a:t>总线报文发送标志位</a:t>
                      </a:r>
                      <a:r>
                        <a:rPr lang="en-US" altLang="zh-CN" sz="1000" dirty="0"/>
                        <a:t>==1</a:t>
                      </a:r>
                    </a:p>
                    <a:p>
                      <a:r>
                        <a:rPr lang="en-US" altLang="zh-CN" sz="1000" dirty="0"/>
                        <a:t>PDCU</a:t>
                      </a:r>
                      <a:r>
                        <a:rPr lang="zh-CN" altLang="en-US" sz="1000" dirty="0"/>
                        <a:t>唤醒原因</a:t>
                      </a:r>
                      <a:r>
                        <a:rPr lang="en-US" altLang="zh-CN" sz="1000" dirty="0"/>
                        <a:t>==3</a:t>
                      </a:r>
                      <a:r>
                        <a:rPr lang="zh-CN" altLang="en-US" sz="1000" dirty="0"/>
                        <a:t>或</a:t>
                      </a:r>
                      <a:r>
                        <a:rPr lang="en-US" altLang="zh-CN" sz="1000" dirty="0"/>
                        <a:t>4</a:t>
                      </a:r>
                    </a:p>
                    <a:p>
                      <a:r>
                        <a:rPr lang="zh-CN" altLang="en-US" sz="1000" dirty="0"/>
                        <a:t>整车模式</a:t>
                      </a:r>
                      <a:r>
                        <a:rPr lang="en-US" altLang="zh-CN" sz="1000" dirty="0"/>
                        <a:t>==4</a:t>
                      </a:r>
                      <a:endParaRPr lang="zh-CN" altLang="en-US" sz="1000" dirty="0"/>
                    </a:p>
                  </a:txBody>
                  <a:tcPr anchor="ctr"/>
                </a:tc>
                <a:extLst>
                  <a:ext uri="{0D108BD9-81ED-4DB2-BD59-A6C34878D82A}">
                    <a16:rowId xmlns:a16="http://schemas.microsoft.com/office/drawing/2014/main" val="126491842"/>
                  </a:ext>
                </a:extLst>
              </a:tr>
              <a:tr h="333094">
                <a:tc vMerge="1">
                  <a:txBody>
                    <a:bodyPr/>
                    <a:lstStyle/>
                    <a:p>
                      <a:endParaRPr lang="zh-CN" altLang="en-US" sz="1000" dirty="0"/>
                    </a:p>
                  </a:txBody>
                  <a:tcPr/>
                </a:tc>
                <a:tc>
                  <a:txBody>
                    <a:bodyPr/>
                    <a:lstStyle/>
                    <a:p>
                      <a:r>
                        <a:rPr lang="en-US" altLang="zh-CN" sz="1600" dirty="0"/>
                        <a:t>…………..</a:t>
                      </a:r>
                      <a:endParaRPr lang="zh-CN" altLang="en-US" sz="1600" dirty="0"/>
                    </a:p>
                  </a:txBody>
                  <a:tcPr anchor="ctr"/>
                </a:tc>
                <a:tc>
                  <a:txBody>
                    <a:bodyPr/>
                    <a:lstStyle/>
                    <a:p>
                      <a:pPr marL="0" marR="0" lvl="0" indent="0" algn="l" defTabSz="608965" rtl="0" eaLnBrk="1" fontAlgn="auto" latinLnBrk="0" hangingPunct="1">
                        <a:lnSpc>
                          <a:spcPct val="100000"/>
                        </a:lnSpc>
                        <a:spcBef>
                          <a:spcPts val="0"/>
                        </a:spcBef>
                        <a:spcAft>
                          <a:spcPts val="0"/>
                        </a:spcAft>
                        <a:buClrTx/>
                        <a:buSzTx/>
                        <a:buFontTx/>
                        <a:buNone/>
                        <a:tabLst/>
                        <a:defRPr/>
                      </a:pPr>
                      <a:r>
                        <a:rPr lang="en-US" altLang="zh-CN" sz="1600" dirty="0"/>
                        <a:t>…………..</a:t>
                      </a:r>
                      <a:endParaRPr lang="zh-CN" altLang="en-US" sz="1600" dirty="0"/>
                    </a:p>
                  </a:txBody>
                  <a:tcPr anchor="ctr"/>
                </a:tc>
                <a:tc>
                  <a:txBody>
                    <a:bodyPr/>
                    <a:lstStyle/>
                    <a:p>
                      <a:pPr marL="0" marR="0" lvl="0" indent="0" algn="l" defTabSz="608965" rtl="0" eaLnBrk="1" fontAlgn="auto" latinLnBrk="0" hangingPunct="1">
                        <a:lnSpc>
                          <a:spcPct val="100000"/>
                        </a:lnSpc>
                        <a:spcBef>
                          <a:spcPts val="0"/>
                        </a:spcBef>
                        <a:spcAft>
                          <a:spcPts val="0"/>
                        </a:spcAft>
                        <a:buClrTx/>
                        <a:buSzTx/>
                        <a:buFontTx/>
                        <a:buNone/>
                        <a:tabLst/>
                        <a:defRPr/>
                      </a:pPr>
                      <a:r>
                        <a:rPr lang="en-US" altLang="zh-CN" sz="1600" dirty="0"/>
                        <a:t>…………..</a:t>
                      </a:r>
                      <a:endParaRPr lang="zh-CN" altLang="en-US" sz="1600" dirty="0"/>
                    </a:p>
                  </a:txBody>
                  <a:tcPr anchor="ctr"/>
                </a:tc>
                <a:tc>
                  <a:txBody>
                    <a:bodyPr/>
                    <a:lstStyle/>
                    <a:p>
                      <a:pPr marL="0" marR="0" lvl="0" indent="0" algn="l" defTabSz="608965" rtl="0" eaLnBrk="1" fontAlgn="auto" latinLnBrk="0" hangingPunct="1">
                        <a:lnSpc>
                          <a:spcPct val="100000"/>
                        </a:lnSpc>
                        <a:spcBef>
                          <a:spcPts val="0"/>
                        </a:spcBef>
                        <a:spcAft>
                          <a:spcPts val="0"/>
                        </a:spcAft>
                        <a:buClrTx/>
                        <a:buSzTx/>
                        <a:buFontTx/>
                        <a:buNone/>
                        <a:tabLst/>
                        <a:defRPr/>
                      </a:pPr>
                      <a:r>
                        <a:rPr lang="en-US" altLang="zh-CN" sz="1600" dirty="0"/>
                        <a:t>…………..</a:t>
                      </a:r>
                      <a:endParaRPr lang="zh-CN" altLang="en-US" sz="1600" dirty="0"/>
                    </a:p>
                  </a:txBody>
                  <a:tcPr anchor="ctr"/>
                </a:tc>
                <a:extLst>
                  <a:ext uri="{0D108BD9-81ED-4DB2-BD59-A6C34878D82A}">
                    <a16:rowId xmlns:a16="http://schemas.microsoft.com/office/drawing/2014/main" val="3305942965"/>
                  </a:ext>
                </a:extLst>
              </a:tr>
            </a:tbl>
          </a:graphicData>
        </a:graphic>
      </p:graphicFrame>
    </p:spTree>
    <p:extLst>
      <p:ext uri="{BB962C8B-B14F-4D97-AF65-F5344CB8AC3E}">
        <p14:creationId xmlns:p14="http://schemas.microsoft.com/office/powerpoint/2010/main" val="15352993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DEE4B-DB21-C606-8AFA-F2D283B3B129}"/>
            </a:ext>
          </a:extLst>
        </p:cNvPr>
        <p:cNvGrpSpPr/>
        <p:nvPr/>
      </p:nvGrpSpPr>
      <p:grpSpPr>
        <a:xfrm>
          <a:off x="0" y="0"/>
          <a:ext cx="0" cy="0"/>
          <a:chOff x="0" y="0"/>
          <a:chExt cx="0" cy="0"/>
        </a:xfrm>
      </p:grpSpPr>
      <p:sp>
        <p:nvSpPr>
          <p:cNvPr id="10" name="矩形 9">
            <a:extLst>
              <a:ext uri="{FF2B5EF4-FFF2-40B4-BE49-F238E27FC236}">
                <a16:creationId xmlns:a16="http://schemas.microsoft.com/office/drawing/2014/main" id="{1C08BEC3-99D9-55A9-4586-6AF2FD90CC0C}"/>
              </a:ext>
            </a:extLst>
          </p:cNvPr>
          <p:cNvSpPr/>
          <p:nvPr>
            <p:custDataLst>
              <p:tags r:id="rId1"/>
            </p:custDataLst>
          </p:nvPr>
        </p:nvSpPr>
        <p:spPr>
          <a:xfrm>
            <a:off x="3426930" y="635796"/>
            <a:ext cx="2287734" cy="249555"/>
          </a:xfrm>
          <a:prstGeom prst="rect">
            <a:avLst/>
          </a:prstGeom>
          <a:gradFill flip="none" rotWithShape="1">
            <a:gsLst>
              <a:gs pos="20000">
                <a:srgbClr val="629DD1"/>
              </a:gs>
              <a:gs pos="100000">
                <a:srgbClr val="297FD5">
                  <a:lumMod val="70000"/>
                  <a:lumOff val="30000"/>
                </a:srgbClr>
              </a:gs>
              <a:gs pos="68000">
                <a:srgbClr val="297FD5"/>
              </a:gs>
            </a:gsLst>
            <a:path path="circle">
              <a:fillToRect l="100000" t="100000"/>
            </a:path>
            <a:tileRect r="-100000" b="-100000"/>
          </a:gradFill>
          <a:ln>
            <a:noFill/>
          </a:ln>
        </p:spPr>
        <p:style>
          <a:lnRef idx="2">
            <a:srgbClr val="629DD1">
              <a:shade val="50000"/>
            </a:srgbClr>
          </a:lnRef>
          <a:fillRef idx="1">
            <a:srgbClr val="629DD1"/>
          </a:fillRef>
          <a:effectRef idx="0">
            <a:srgbClr val="629DD1"/>
          </a:effectRef>
          <a:fontRef idx="minor">
            <a:sysClr val="window" lastClr="FFFFFF"/>
          </a:fontRef>
        </p:style>
        <p:txBody>
          <a:bodyPr vertOverflow="overflow" horzOverflow="overflow" vert="horz" wrap="square" numCol="1" spcCol="0" rtlCol="0" fromWordArt="0" anchor="ctr" anchorCtr="0" forceAA="0" compatLnSpc="1">
            <a:noAutofit/>
          </a:bodyPr>
          <a:lstStyle/>
          <a:p>
            <a:pPr indent="0" algn="ctr">
              <a:buNone/>
            </a:pPr>
            <a:r>
              <a:rPr lang="zh-CN" altLang="en-US" sz="1200" b="1" dirty="0">
                <a:sym typeface="+mn-ea"/>
              </a:rPr>
              <a:t>控制器失效模式定义</a:t>
            </a:r>
          </a:p>
        </p:txBody>
      </p:sp>
      <p:graphicFrame>
        <p:nvGraphicFramePr>
          <p:cNvPr id="5" name="表格 4">
            <a:extLst>
              <a:ext uri="{FF2B5EF4-FFF2-40B4-BE49-F238E27FC236}">
                <a16:creationId xmlns:a16="http://schemas.microsoft.com/office/drawing/2014/main" id="{9E2F21C7-5384-C365-9CE5-F2F12930BD3E}"/>
              </a:ext>
            </a:extLst>
          </p:cNvPr>
          <p:cNvGraphicFramePr>
            <a:graphicFrameLocks noGrp="1"/>
          </p:cNvGraphicFramePr>
          <p:nvPr>
            <p:extLst>
              <p:ext uri="{D42A27DB-BD31-4B8C-83A1-F6EECF244321}">
                <p14:modId xmlns:p14="http://schemas.microsoft.com/office/powerpoint/2010/main" val="3906466872"/>
              </p:ext>
            </p:extLst>
          </p:nvPr>
        </p:nvGraphicFramePr>
        <p:xfrm>
          <a:off x="105597" y="978339"/>
          <a:ext cx="8930401" cy="2888487"/>
        </p:xfrm>
        <a:graphic>
          <a:graphicData uri="http://schemas.openxmlformats.org/drawingml/2006/table">
            <a:tbl>
              <a:tblPr firstRow="1" bandRow="1">
                <a:tableStyleId>{5C22544A-7EE6-4342-B048-85BDC9FD1C3A}</a:tableStyleId>
              </a:tblPr>
              <a:tblGrid>
                <a:gridCol w="863047">
                  <a:extLst>
                    <a:ext uri="{9D8B030D-6E8A-4147-A177-3AD203B41FA5}">
                      <a16:colId xmlns:a16="http://schemas.microsoft.com/office/drawing/2014/main" val="794631036"/>
                    </a:ext>
                  </a:extLst>
                </a:gridCol>
                <a:gridCol w="2308630">
                  <a:extLst>
                    <a:ext uri="{9D8B030D-6E8A-4147-A177-3AD203B41FA5}">
                      <a16:colId xmlns:a16="http://schemas.microsoft.com/office/drawing/2014/main" val="3313568891"/>
                    </a:ext>
                  </a:extLst>
                </a:gridCol>
                <a:gridCol w="1914658">
                  <a:extLst>
                    <a:ext uri="{9D8B030D-6E8A-4147-A177-3AD203B41FA5}">
                      <a16:colId xmlns:a16="http://schemas.microsoft.com/office/drawing/2014/main" val="2307468886"/>
                    </a:ext>
                  </a:extLst>
                </a:gridCol>
                <a:gridCol w="2007031">
                  <a:extLst>
                    <a:ext uri="{9D8B030D-6E8A-4147-A177-3AD203B41FA5}">
                      <a16:colId xmlns:a16="http://schemas.microsoft.com/office/drawing/2014/main" val="3562405062"/>
                    </a:ext>
                  </a:extLst>
                </a:gridCol>
                <a:gridCol w="1837035">
                  <a:extLst>
                    <a:ext uri="{9D8B030D-6E8A-4147-A177-3AD203B41FA5}">
                      <a16:colId xmlns:a16="http://schemas.microsoft.com/office/drawing/2014/main" val="90595564"/>
                    </a:ext>
                  </a:extLst>
                </a:gridCol>
              </a:tblGrid>
              <a:tr h="292505">
                <a:tc>
                  <a:txBody>
                    <a:bodyPr/>
                    <a:lstStyle/>
                    <a:p>
                      <a:endParaRPr lang="zh-CN" altLang="en-US" sz="1000"/>
                    </a:p>
                  </a:txBody>
                  <a:tcPr anchor="ctr"/>
                </a:tc>
                <a:tc>
                  <a:txBody>
                    <a:bodyPr/>
                    <a:lstStyle/>
                    <a:p>
                      <a:r>
                        <a:rPr lang="zh-CN" altLang="en-US" sz="1000" dirty="0"/>
                        <a:t>输入信号</a:t>
                      </a:r>
                    </a:p>
                  </a:txBody>
                  <a:tcPr anchor="ctr"/>
                </a:tc>
                <a:tc>
                  <a:txBody>
                    <a:bodyPr/>
                    <a:lstStyle/>
                    <a:p>
                      <a:r>
                        <a:rPr lang="zh-CN" altLang="en-US" sz="1000" dirty="0"/>
                        <a:t>输出信号（正常）</a:t>
                      </a:r>
                    </a:p>
                  </a:txBody>
                  <a:tcPr anchor="ctr"/>
                </a:tc>
                <a:tc>
                  <a:txBody>
                    <a:bodyPr/>
                    <a:lstStyle/>
                    <a:p>
                      <a:r>
                        <a:rPr lang="zh-CN" altLang="en-US" sz="1000" dirty="0"/>
                        <a:t>失效判定（异常唤醒）</a:t>
                      </a:r>
                    </a:p>
                  </a:txBody>
                  <a:tcPr anchor="ctr"/>
                </a:tc>
                <a:tc>
                  <a:txBody>
                    <a:bodyPr/>
                    <a:lstStyle/>
                    <a:p>
                      <a:pPr marL="0" marR="0" lvl="0" indent="0" algn="l" defTabSz="608965" rtl="0" eaLnBrk="1" fontAlgn="auto" latinLnBrk="0" hangingPunct="1">
                        <a:lnSpc>
                          <a:spcPct val="100000"/>
                        </a:lnSpc>
                        <a:spcBef>
                          <a:spcPts val="0"/>
                        </a:spcBef>
                        <a:spcAft>
                          <a:spcPts val="0"/>
                        </a:spcAft>
                        <a:buClrTx/>
                        <a:buSzTx/>
                        <a:buFontTx/>
                        <a:buNone/>
                        <a:tabLst/>
                        <a:defRPr/>
                      </a:pPr>
                      <a:r>
                        <a:rPr lang="zh-CN" altLang="en-US" sz="1000" dirty="0"/>
                        <a:t>失效判定（不休眠）</a:t>
                      </a:r>
                    </a:p>
                  </a:txBody>
                  <a:tcPr anchor="ctr"/>
                </a:tc>
                <a:extLst>
                  <a:ext uri="{0D108BD9-81ED-4DB2-BD59-A6C34878D82A}">
                    <a16:rowId xmlns:a16="http://schemas.microsoft.com/office/drawing/2014/main" val="1497974002"/>
                  </a:ext>
                </a:extLst>
              </a:tr>
              <a:tr h="1206583">
                <a:tc rowSpan="2">
                  <a:txBody>
                    <a:bodyPr/>
                    <a:lstStyle/>
                    <a:p>
                      <a:r>
                        <a:rPr lang="zh-CN" altLang="en-US" sz="1000" b="1" dirty="0"/>
                        <a:t>异常重启</a:t>
                      </a:r>
                      <a:endParaRPr lang="en-US" altLang="zh-CN" sz="1000" b="1" dirty="0"/>
                    </a:p>
                    <a:p>
                      <a:pPr marL="0" marR="0" lvl="0" indent="0" algn="l" defTabSz="608965" rtl="0" eaLnBrk="1" fontAlgn="auto" latinLnBrk="0" hangingPunct="1">
                        <a:lnSpc>
                          <a:spcPct val="100000"/>
                        </a:lnSpc>
                        <a:spcBef>
                          <a:spcPts val="0"/>
                        </a:spcBef>
                        <a:spcAft>
                          <a:spcPts val="0"/>
                        </a:spcAft>
                        <a:buClrTx/>
                        <a:buSzTx/>
                        <a:buFontTx/>
                        <a:buNone/>
                        <a:tabLst/>
                        <a:defRPr/>
                      </a:pPr>
                      <a:r>
                        <a:rPr lang="zh-CN" altLang="en-US" sz="1000" i="1" dirty="0"/>
                        <a:t>（操作输入信号</a:t>
                      </a:r>
                      <a:r>
                        <a:rPr lang="en-US" altLang="zh-CN" sz="1000" i="1" dirty="0"/>
                        <a:t>1s</a:t>
                      </a:r>
                      <a:r>
                        <a:rPr lang="zh-CN" altLang="en-US" sz="1000" i="1" dirty="0"/>
                        <a:t>后开始观测输出信号，持续观测</a:t>
                      </a:r>
                      <a:r>
                        <a:rPr lang="en-US" altLang="zh-CN" sz="1000" i="1" dirty="0"/>
                        <a:t>60s</a:t>
                      </a:r>
                      <a:r>
                        <a:rPr lang="zh-CN" altLang="en-US" sz="1000" i="1" dirty="0"/>
                        <a:t>）</a:t>
                      </a:r>
                      <a:endParaRPr lang="en-US" altLang="zh-CN" sz="1000" i="1" dirty="0"/>
                    </a:p>
                  </a:txBody>
                  <a:tcPr anchor="ctr"/>
                </a:tc>
                <a:tc>
                  <a:txBody>
                    <a:bodyPr/>
                    <a:lstStyle/>
                    <a:p>
                      <a:pPr algn="ctr"/>
                      <a:r>
                        <a:rPr lang="zh-CN" altLang="en-US" sz="1000" dirty="0"/>
                        <a:t>供电电压</a:t>
                      </a:r>
                      <a:r>
                        <a:rPr lang="en-US" altLang="zh-CN" sz="1000" dirty="0"/>
                        <a:t>=0</a:t>
                      </a:r>
                    </a:p>
                    <a:p>
                      <a:pPr marL="0" marR="0" lvl="0" indent="0" algn="ctr" defTabSz="608965" rtl="0" eaLnBrk="1" fontAlgn="auto" latinLnBrk="0" hangingPunct="1">
                        <a:lnSpc>
                          <a:spcPct val="100000"/>
                        </a:lnSpc>
                        <a:spcBef>
                          <a:spcPts val="0"/>
                        </a:spcBef>
                        <a:spcAft>
                          <a:spcPts val="0"/>
                        </a:spcAft>
                        <a:buClrTx/>
                        <a:buSzTx/>
                        <a:buFontTx/>
                        <a:buNone/>
                        <a:tabLst/>
                        <a:defRPr/>
                      </a:pPr>
                      <a:r>
                        <a:rPr lang="zh-CN" altLang="en-US" sz="1000" dirty="0"/>
                        <a:t>网络唤醒报文</a:t>
                      </a:r>
                      <a:r>
                        <a:rPr lang="en-US" altLang="zh-CN" sz="1000" dirty="0"/>
                        <a:t>=</a:t>
                      </a:r>
                      <a:r>
                        <a:rPr lang="zh-CN" altLang="en-US" sz="1000" dirty="0"/>
                        <a:t>不使能</a:t>
                      </a:r>
                      <a:endParaRPr lang="en-US" altLang="zh-CN" sz="1000" dirty="0"/>
                    </a:p>
                    <a:p>
                      <a:pPr marL="0" marR="0" lvl="0" indent="0" algn="ctr" defTabSz="608965" rtl="0" eaLnBrk="1" fontAlgn="auto" latinLnBrk="0" hangingPunct="1">
                        <a:lnSpc>
                          <a:spcPct val="100000"/>
                        </a:lnSpc>
                        <a:spcBef>
                          <a:spcPts val="0"/>
                        </a:spcBef>
                        <a:spcAft>
                          <a:spcPts val="0"/>
                        </a:spcAft>
                        <a:buClrTx/>
                        <a:buSzTx/>
                        <a:buFontTx/>
                        <a:buNone/>
                        <a:tabLst/>
                        <a:defRPr/>
                      </a:pPr>
                      <a:r>
                        <a:rPr lang="en-US" altLang="zh-CN" sz="1000" dirty="0"/>
                        <a:t>CC2</a:t>
                      </a:r>
                      <a:r>
                        <a:rPr lang="zh-CN" altLang="en-US" sz="1000" dirty="0"/>
                        <a:t>电压</a:t>
                      </a:r>
                      <a:r>
                        <a:rPr lang="en-US" altLang="zh-CN" sz="1000" dirty="0"/>
                        <a:t>=12</a:t>
                      </a:r>
                    </a:p>
                    <a:p>
                      <a:pPr algn="ctr"/>
                      <a:r>
                        <a:rPr lang="en-US" altLang="zh-CN" sz="1000" dirty="0"/>
                        <a:t>CP</a:t>
                      </a:r>
                      <a:r>
                        <a:rPr lang="zh-CN" altLang="en-US" sz="1000" dirty="0"/>
                        <a:t>幅值</a:t>
                      </a:r>
                      <a:r>
                        <a:rPr lang="en-US" altLang="zh-CN" sz="1000" dirty="0"/>
                        <a:t>=0</a:t>
                      </a:r>
                    </a:p>
                    <a:p>
                      <a:pPr algn="ctr"/>
                      <a:r>
                        <a:rPr lang="en-US" altLang="zh-CN" sz="1000" dirty="0"/>
                        <a:t>CC</a:t>
                      </a:r>
                      <a:r>
                        <a:rPr lang="zh-CN" altLang="en-US" sz="1000" dirty="0"/>
                        <a:t>电压值</a:t>
                      </a:r>
                      <a:r>
                        <a:rPr lang="en-US" altLang="zh-CN" sz="1000" dirty="0"/>
                        <a:t>=12</a:t>
                      </a:r>
                    </a:p>
                  </a:txBody>
                  <a:tcPr anchor="ctr"/>
                </a:tc>
                <a:tc>
                  <a:txBody>
                    <a:bodyPr/>
                    <a:lstStyle/>
                    <a:p>
                      <a:r>
                        <a:rPr lang="zh-CN" altLang="en-US" sz="1000" dirty="0"/>
                        <a:t>功耗电流</a:t>
                      </a:r>
                      <a:r>
                        <a:rPr lang="en-US" altLang="zh-CN" sz="1000" dirty="0"/>
                        <a:t>&lt;=0.05</a:t>
                      </a:r>
                    </a:p>
                    <a:p>
                      <a:pPr marL="0" marR="0" lvl="0" indent="0" algn="l" defTabSz="608965" rtl="0" eaLnBrk="1" fontAlgn="auto" latinLnBrk="0" hangingPunct="1">
                        <a:lnSpc>
                          <a:spcPct val="100000"/>
                        </a:lnSpc>
                        <a:spcBef>
                          <a:spcPts val="0"/>
                        </a:spcBef>
                        <a:spcAft>
                          <a:spcPts val="0"/>
                        </a:spcAft>
                        <a:buClrTx/>
                        <a:buSzTx/>
                        <a:buFontTx/>
                        <a:buNone/>
                        <a:tabLst/>
                        <a:defRPr/>
                      </a:pPr>
                      <a:r>
                        <a:rPr lang="zh-CN" altLang="en-US" sz="1000" dirty="0"/>
                        <a:t>总线报文发送标志位</a:t>
                      </a:r>
                      <a:r>
                        <a:rPr lang="en-US" altLang="zh-CN" sz="1000" dirty="0"/>
                        <a:t>==0</a:t>
                      </a:r>
                    </a:p>
                    <a:p>
                      <a:r>
                        <a:rPr lang="zh-CN" altLang="en-US" sz="1000" i="1" dirty="0"/>
                        <a:t>（所有</a:t>
                      </a:r>
                      <a:r>
                        <a:rPr lang="en-US" altLang="zh-CN" sz="1000" i="1" dirty="0"/>
                        <a:t>CAN</a:t>
                      </a:r>
                      <a:r>
                        <a:rPr lang="zh-CN" altLang="en-US" sz="1000" i="1" dirty="0"/>
                        <a:t>信号均不发送）</a:t>
                      </a:r>
                    </a:p>
                  </a:txBody>
                  <a:tcPr anchor="ctr"/>
                </a:tc>
                <a:tc>
                  <a:txBody>
                    <a:bodyPr/>
                    <a:lstStyle/>
                    <a:p>
                      <a:pPr marL="0" marR="0" lvl="0" indent="0" algn="l" defTabSz="608965" rtl="0" eaLnBrk="1" fontAlgn="auto" latinLnBrk="0" hangingPunct="1">
                        <a:lnSpc>
                          <a:spcPct val="100000"/>
                        </a:lnSpc>
                        <a:spcBef>
                          <a:spcPts val="0"/>
                        </a:spcBef>
                        <a:spcAft>
                          <a:spcPts val="0"/>
                        </a:spcAft>
                        <a:buClrTx/>
                        <a:buSzTx/>
                        <a:buFontTx/>
                        <a:buNone/>
                        <a:tabLst/>
                        <a:defRPr/>
                      </a:pPr>
                      <a:r>
                        <a:rPr lang="zh-CN" altLang="en-US" sz="1000" dirty="0"/>
                        <a:t>功耗电流</a:t>
                      </a:r>
                      <a:r>
                        <a:rPr lang="en-US" altLang="zh-CN" sz="1000" dirty="0"/>
                        <a:t>&gt;=0.05</a:t>
                      </a:r>
                    </a:p>
                    <a:p>
                      <a:pPr marL="0" marR="0" lvl="0" indent="0" algn="l" defTabSz="608965" rtl="0" eaLnBrk="1" fontAlgn="auto" latinLnBrk="0" hangingPunct="1">
                        <a:lnSpc>
                          <a:spcPct val="100000"/>
                        </a:lnSpc>
                        <a:spcBef>
                          <a:spcPts val="0"/>
                        </a:spcBef>
                        <a:spcAft>
                          <a:spcPts val="0"/>
                        </a:spcAft>
                        <a:buClrTx/>
                        <a:buSzTx/>
                        <a:buFontTx/>
                        <a:buNone/>
                        <a:tabLst/>
                        <a:defRPr/>
                      </a:pPr>
                      <a:r>
                        <a:rPr lang="zh-CN" altLang="en-US" sz="1000" dirty="0"/>
                        <a:t>总线报文发送标志位</a:t>
                      </a:r>
                      <a:r>
                        <a:rPr lang="en-US" altLang="zh-CN" sz="1000" dirty="0"/>
                        <a:t>==1</a:t>
                      </a:r>
                    </a:p>
                    <a:p>
                      <a:pPr marL="0" marR="0" lvl="0" indent="0" algn="l" defTabSz="608965" rtl="0" eaLnBrk="1" fontAlgn="auto" latinLnBrk="0" hangingPunct="1">
                        <a:lnSpc>
                          <a:spcPct val="100000"/>
                        </a:lnSpc>
                        <a:spcBef>
                          <a:spcPts val="0"/>
                        </a:spcBef>
                        <a:spcAft>
                          <a:spcPts val="0"/>
                        </a:spcAft>
                        <a:buClrTx/>
                        <a:buSzTx/>
                        <a:buFontTx/>
                        <a:buNone/>
                        <a:tabLst/>
                        <a:defRPr/>
                      </a:pPr>
                      <a:r>
                        <a:rPr lang="zh-CN" altLang="en-US" sz="1000" dirty="0"/>
                        <a:t>整车</a:t>
                      </a:r>
                      <a:r>
                        <a:rPr lang="en-US" altLang="zh-CN" sz="1000" dirty="0"/>
                        <a:t>state</a:t>
                      </a:r>
                      <a:r>
                        <a:rPr lang="zh-CN" altLang="en-US" sz="1000" dirty="0"/>
                        <a:t>状态</a:t>
                      </a:r>
                      <a:r>
                        <a:rPr lang="en-US" altLang="zh-CN" sz="1000" dirty="0"/>
                        <a:t>==10</a:t>
                      </a:r>
                    </a:p>
                  </a:txBody>
                  <a:tcPr anchor="ctr"/>
                </a:tc>
                <a:tc>
                  <a:txBody>
                    <a:bodyPr/>
                    <a:lstStyle/>
                    <a:p>
                      <a:r>
                        <a:rPr lang="en-US" altLang="zh-CN" sz="1000" dirty="0"/>
                        <a:t>/</a:t>
                      </a:r>
                      <a:endParaRPr lang="zh-CN" altLang="en-US" sz="1000" dirty="0"/>
                    </a:p>
                  </a:txBody>
                  <a:tcPr anchor="ctr"/>
                </a:tc>
                <a:extLst>
                  <a:ext uri="{0D108BD9-81ED-4DB2-BD59-A6C34878D82A}">
                    <a16:rowId xmlns:a16="http://schemas.microsoft.com/office/drawing/2014/main" val="1622408109"/>
                  </a:ext>
                </a:extLst>
              </a:tr>
              <a:tr h="1389399">
                <a:tc vMerge="1">
                  <a:txBody>
                    <a:bodyPr/>
                    <a:lstStyle/>
                    <a:p>
                      <a:endParaRPr lang="zh-CN" altLang="en-US" dirty="0"/>
                    </a:p>
                  </a:txBody>
                  <a:tcPr/>
                </a:tc>
                <a:tc>
                  <a:txBody>
                    <a:bodyPr/>
                    <a:lstStyle/>
                    <a:p>
                      <a:r>
                        <a:rPr lang="zh-CN" altLang="en-US" sz="1000" i="1" dirty="0"/>
                        <a:t>（唤醒源从唤醒变为为唤醒后控制器在正常唤醒状态进入下电休眠状态）</a:t>
                      </a:r>
                      <a:endParaRPr lang="en-US" altLang="zh-CN" sz="1000" i="1" dirty="0"/>
                    </a:p>
                    <a:p>
                      <a:endParaRPr lang="en-US" altLang="zh-CN" sz="1000" i="1" dirty="0"/>
                    </a:p>
                    <a:p>
                      <a:pPr algn="ctr"/>
                      <a:r>
                        <a:rPr lang="zh-CN" altLang="en-US" sz="1000" dirty="0"/>
                        <a:t>供电电压</a:t>
                      </a:r>
                      <a:r>
                        <a:rPr lang="en-US" altLang="zh-CN" sz="1000" dirty="0"/>
                        <a:t>=0</a:t>
                      </a:r>
                    </a:p>
                    <a:p>
                      <a:pPr marL="0" marR="0" lvl="0" indent="0" algn="ctr" defTabSz="608965" rtl="0" eaLnBrk="1" fontAlgn="auto" latinLnBrk="0" hangingPunct="1">
                        <a:lnSpc>
                          <a:spcPct val="100000"/>
                        </a:lnSpc>
                        <a:spcBef>
                          <a:spcPts val="0"/>
                        </a:spcBef>
                        <a:spcAft>
                          <a:spcPts val="0"/>
                        </a:spcAft>
                        <a:buClrTx/>
                        <a:buSzTx/>
                        <a:buFontTx/>
                        <a:buNone/>
                        <a:tabLst/>
                        <a:defRPr/>
                      </a:pPr>
                      <a:r>
                        <a:rPr lang="zh-CN" altLang="en-US" sz="1000" dirty="0"/>
                        <a:t>网络唤醒报文</a:t>
                      </a:r>
                      <a:r>
                        <a:rPr lang="en-US" altLang="zh-CN" sz="1000" dirty="0"/>
                        <a:t>=</a:t>
                      </a:r>
                      <a:r>
                        <a:rPr lang="zh-CN" altLang="en-US" sz="1000" dirty="0"/>
                        <a:t>不使能</a:t>
                      </a:r>
                      <a:endParaRPr lang="en-US" altLang="zh-CN" sz="1000" dirty="0"/>
                    </a:p>
                    <a:p>
                      <a:pPr marL="0" marR="0" lvl="0" indent="0" algn="ctr" defTabSz="608965" rtl="0" eaLnBrk="1" fontAlgn="auto" latinLnBrk="0" hangingPunct="1">
                        <a:lnSpc>
                          <a:spcPct val="100000"/>
                        </a:lnSpc>
                        <a:spcBef>
                          <a:spcPts val="0"/>
                        </a:spcBef>
                        <a:spcAft>
                          <a:spcPts val="0"/>
                        </a:spcAft>
                        <a:buClrTx/>
                        <a:buSzTx/>
                        <a:buFontTx/>
                        <a:buNone/>
                        <a:tabLst/>
                        <a:defRPr/>
                      </a:pPr>
                      <a:r>
                        <a:rPr lang="en-US" altLang="zh-CN" sz="1000" dirty="0"/>
                        <a:t>CC2</a:t>
                      </a:r>
                      <a:r>
                        <a:rPr lang="zh-CN" altLang="en-US" sz="1000" dirty="0"/>
                        <a:t>电压</a:t>
                      </a:r>
                      <a:r>
                        <a:rPr lang="en-US" altLang="zh-CN" sz="1000" dirty="0"/>
                        <a:t>=12</a:t>
                      </a:r>
                    </a:p>
                    <a:p>
                      <a:pPr algn="ctr"/>
                      <a:r>
                        <a:rPr lang="en-US" altLang="zh-CN" sz="1000" dirty="0"/>
                        <a:t>CP</a:t>
                      </a:r>
                      <a:r>
                        <a:rPr lang="zh-CN" altLang="en-US" sz="1000" dirty="0"/>
                        <a:t>幅值</a:t>
                      </a:r>
                      <a:r>
                        <a:rPr lang="en-US" altLang="zh-CN" sz="1000" dirty="0"/>
                        <a:t>=0</a:t>
                      </a:r>
                    </a:p>
                    <a:p>
                      <a:pPr algn="ctr"/>
                      <a:r>
                        <a:rPr lang="en-US" altLang="zh-CN" sz="1000" dirty="0"/>
                        <a:t>CC</a:t>
                      </a:r>
                      <a:r>
                        <a:rPr lang="zh-CN" altLang="en-US" sz="1000" dirty="0"/>
                        <a:t>电压值</a:t>
                      </a:r>
                      <a:r>
                        <a:rPr lang="en-US" altLang="zh-CN" sz="1000" dirty="0"/>
                        <a:t>=12</a:t>
                      </a:r>
                    </a:p>
                  </a:txBody>
                  <a:tcPr anchor="ctr"/>
                </a:tc>
                <a:tc>
                  <a:txBody>
                    <a:bodyPr/>
                    <a:lstStyle/>
                    <a:p>
                      <a:r>
                        <a:rPr lang="zh-CN" altLang="en-US" sz="1000" dirty="0"/>
                        <a:t>功耗电流</a:t>
                      </a:r>
                      <a:r>
                        <a:rPr lang="en-US" altLang="zh-CN" sz="1000" dirty="0"/>
                        <a:t>&lt;=0.05</a:t>
                      </a:r>
                    </a:p>
                    <a:p>
                      <a:pPr marL="0" marR="0" lvl="0" indent="0" algn="l" defTabSz="608965" rtl="0" eaLnBrk="1" fontAlgn="auto" latinLnBrk="0" hangingPunct="1">
                        <a:lnSpc>
                          <a:spcPct val="100000"/>
                        </a:lnSpc>
                        <a:spcBef>
                          <a:spcPts val="0"/>
                        </a:spcBef>
                        <a:spcAft>
                          <a:spcPts val="0"/>
                        </a:spcAft>
                        <a:buClrTx/>
                        <a:buSzTx/>
                        <a:buFontTx/>
                        <a:buNone/>
                        <a:tabLst/>
                        <a:defRPr/>
                      </a:pPr>
                      <a:r>
                        <a:rPr lang="zh-CN" altLang="en-US" sz="1000" dirty="0"/>
                        <a:t>总线报文发送标志位</a:t>
                      </a:r>
                      <a:r>
                        <a:rPr lang="en-US" altLang="zh-CN" sz="1000" dirty="0"/>
                        <a:t>==0</a:t>
                      </a:r>
                    </a:p>
                    <a:p>
                      <a:r>
                        <a:rPr lang="zh-CN" altLang="en-US" sz="1000" dirty="0"/>
                        <a:t>无功能需求标志位</a:t>
                      </a:r>
                      <a:r>
                        <a:rPr lang="en-US" altLang="zh-CN" sz="1000" dirty="0"/>
                        <a:t>==1</a:t>
                      </a:r>
                    </a:p>
                    <a:p>
                      <a:r>
                        <a:rPr lang="zh-CN" altLang="en-US" sz="1000" dirty="0"/>
                        <a:t>动力防盗允许下电标志位</a:t>
                      </a:r>
                      <a:r>
                        <a:rPr lang="en-US" altLang="zh-CN" sz="1000" dirty="0"/>
                        <a:t>==1</a:t>
                      </a:r>
                    </a:p>
                    <a:p>
                      <a:r>
                        <a:rPr lang="zh-CN" altLang="en-US" sz="1000" dirty="0"/>
                        <a:t>所有网络报文的使能状态</a:t>
                      </a:r>
                      <a:r>
                        <a:rPr lang="en-US" altLang="zh-CN" sz="1000" dirty="0"/>
                        <a:t>==0</a:t>
                      </a:r>
                    </a:p>
                    <a:p>
                      <a:r>
                        <a:rPr lang="zh-CN" altLang="en-US" sz="1000" i="1" dirty="0"/>
                        <a:t>（所有</a:t>
                      </a:r>
                      <a:r>
                        <a:rPr lang="en-US" altLang="zh-CN" sz="1000" i="1" dirty="0"/>
                        <a:t>CAN</a:t>
                      </a:r>
                      <a:r>
                        <a:rPr lang="zh-CN" altLang="en-US" sz="1000" i="1" dirty="0"/>
                        <a:t>信号停止发送）</a:t>
                      </a:r>
                    </a:p>
                  </a:txBody>
                  <a:tcPr anchor="ctr"/>
                </a:tc>
                <a:tc>
                  <a:txBody>
                    <a:bodyPr/>
                    <a:lstStyle/>
                    <a:p>
                      <a:pPr marL="0" marR="0" lvl="0" indent="0" algn="l" defTabSz="608965" rtl="0" eaLnBrk="1" fontAlgn="auto" latinLnBrk="0" hangingPunct="1">
                        <a:lnSpc>
                          <a:spcPct val="100000"/>
                        </a:lnSpc>
                        <a:spcBef>
                          <a:spcPts val="0"/>
                        </a:spcBef>
                        <a:spcAft>
                          <a:spcPts val="0"/>
                        </a:spcAft>
                        <a:buClrTx/>
                        <a:buSzTx/>
                        <a:buFontTx/>
                        <a:buNone/>
                        <a:tabLst/>
                        <a:defRPr/>
                      </a:pPr>
                      <a:r>
                        <a:rPr lang="en-US" altLang="zh-CN" sz="1000" dirty="0"/>
                        <a:t>/</a:t>
                      </a:r>
                    </a:p>
                  </a:txBody>
                  <a:tcPr anchor="ctr"/>
                </a:tc>
                <a:tc>
                  <a:txBody>
                    <a:bodyPr/>
                    <a:lstStyle/>
                    <a:p>
                      <a:pPr marL="0" marR="0" lvl="0" indent="0" algn="l" defTabSz="608965" rtl="0" eaLnBrk="1" fontAlgn="auto" latinLnBrk="0" hangingPunct="1">
                        <a:lnSpc>
                          <a:spcPct val="100000"/>
                        </a:lnSpc>
                        <a:spcBef>
                          <a:spcPts val="0"/>
                        </a:spcBef>
                        <a:spcAft>
                          <a:spcPts val="0"/>
                        </a:spcAft>
                        <a:buClrTx/>
                        <a:buSzTx/>
                        <a:buFontTx/>
                        <a:buNone/>
                        <a:tabLst/>
                        <a:defRPr/>
                      </a:pPr>
                      <a:r>
                        <a:rPr lang="zh-CN" altLang="en-US" sz="1000" dirty="0"/>
                        <a:t>功耗电流</a:t>
                      </a:r>
                      <a:r>
                        <a:rPr lang="en-US" altLang="zh-CN" sz="1000" dirty="0"/>
                        <a:t>&gt;=0.05</a:t>
                      </a:r>
                    </a:p>
                    <a:p>
                      <a:pPr marL="0" marR="0" lvl="0" indent="0" algn="l" defTabSz="608965" rtl="0" eaLnBrk="1" fontAlgn="auto" latinLnBrk="0" hangingPunct="1">
                        <a:lnSpc>
                          <a:spcPct val="100000"/>
                        </a:lnSpc>
                        <a:spcBef>
                          <a:spcPts val="0"/>
                        </a:spcBef>
                        <a:spcAft>
                          <a:spcPts val="0"/>
                        </a:spcAft>
                        <a:buClrTx/>
                        <a:buSzTx/>
                        <a:buFontTx/>
                        <a:buNone/>
                        <a:tabLst/>
                        <a:defRPr/>
                      </a:pPr>
                      <a:r>
                        <a:rPr lang="zh-CN" altLang="en-US" sz="1000" dirty="0"/>
                        <a:t>总线报文发送标志位</a:t>
                      </a:r>
                      <a:r>
                        <a:rPr lang="en-US" altLang="zh-CN" sz="1000" dirty="0"/>
                        <a:t>==1</a:t>
                      </a:r>
                    </a:p>
                    <a:p>
                      <a:pPr marL="0" marR="0" lvl="0" indent="0" algn="l" defTabSz="608965" rtl="0" eaLnBrk="1" fontAlgn="auto" latinLnBrk="0" hangingPunct="1">
                        <a:lnSpc>
                          <a:spcPct val="100000"/>
                        </a:lnSpc>
                        <a:spcBef>
                          <a:spcPts val="0"/>
                        </a:spcBef>
                        <a:spcAft>
                          <a:spcPts val="0"/>
                        </a:spcAft>
                        <a:buClrTx/>
                        <a:buSzTx/>
                        <a:buFontTx/>
                        <a:buNone/>
                        <a:tabLst/>
                        <a:defRPr/>
                      </a:pPr>
                      <a:r>
                        <a:rPr lang="zh-CN" altLang="en-US" sz="1000" dirty="0"/>
                        <a:t>整车</a:t>
                      </a:r>
                      <a:r>
                        <a:rPr lang="en-US" altLang="zh-CN" sz="1000" dirty="0"/>
                        <a:t>state</a:t>
                      </a:r>
                      <a:r>
                        <a:rPr lang="zh-CN" altLang="en-US" sz="1000" dirty="0"/>
                        <a:t>状态</a:t>
                      </a:r>
                      <a:r>
                        <a:rPr lang="en-US" altLang="zh-CN" sz="1000" dirty="0"/>
                        <a:t>==10</a:t>
                      </a:r>
                      <a:r>
                        <a:rPr lang="zh-CN" altLang="en-US" sz="1000" dirty="0"/>
                        <a:t>或</a:t>
                      </a:r>
                      <a:r>
                        <a:rPr lang="en-US" altLang="zh-CN" sz="1000" dirty="0"/>
                        <a:t>49</a:t>
                      </a:r>
                    </a:p>
                    <a:p>
                      <a:endParaRPr lang="zh-CN" altLang="en-US" sz="1000" dirty="0"/>
                    </a:p>
                  </a:txBody>
                  <a:tcPr anchor="ctr"/>
                </a:tc>
                <a:extLst>
                  <a:ext uri="{0D108BD9-81ED-4DB2-BD59-A6C34878D82A}">
                    <a16:rowId xmlns:a16="http://schemas.microsoft.com/office/drawing/2014/main" val="3608012661"/>
                  </a:ext>
                </a:extLst>
              </a:tr>
            </a:tbl>
          </a:graphicData>
        </a:graphic>
      </p:graphicFrame>
    </p:spTree>
    <p:extLst>
      <p:ext uri="{BB962C8B-B14F-4D97-AF65-F5344CB8AC3E}">
        <p14:creationId xmlns:p14="http://schemas.microsoft.com/office/powerpoint/2010/main" val="61013601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c9069126-48f7-4cf2-bd5a-26f6a6741bfc"/>
  <p:tag name="COMMONDATA" val="eyJoZGlkIjoiNGQwNzY5ZGRiNDgzM2U3ZDBjNzc1YjQxM2VkZjM0MjM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微软雅黑+arial">
      <a:majorFont>
        <a:latin typeface="Arial Black"/>
        <a:ea typeface="微软雅黑"/>
        <a:cs typeface=""/>
      </a:majorFont>
      <a:minorFont>
        <a:latin typeface="Arial Narrow"/>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lumMod val="75000"/>
            <a:lumOff val="25000"/>
          </a:schemeClr>
        </a:solidFill>
        <a:ln>
          <a:noFill/>
        </a:ln>
      </a:spPr>
      <a:bodyPr rtlCol="0" anchor="ctr"/>
      <a:lstStyle>
        <a:defPPr algn="ctr">
          <a:defRPr sz="1200" b="1" dirty="0" smtClean="0"/>
        </a:defPPr>
      </a:lstStyle>
      <a:style>
        <a:lnRef idx="2">
          <a:schemeClr val="accent1">
            <a:shade val="50000"/>
          </a:schemeClr>
        </a:lnRef>
        <a:fillRef idx="1">
          <a:schemeClr val="accent1"/>
        </a:fillRef>
        <a:effectRef idx="0">
          <a:schemeClr val="accent1"/>
        </a:effectRef>
        <a:fontRef idx="minor">
          <a:schemeClr val="lt1"/>
        </a:fontRef>
      </a:style>
    </a:spDef>
    <a:txDef>
      <a:spPr/>
      <a:bodyPr wrap="square" lIns="72000" tIns="36000" rIns="72000" bIns="36000" rtlCol="0" anchor="ctr">
        <a:spAutoFit/>
      </a:bodyPr>
      <a:lstStyle>
        <a:defPPr marL="90805" indent="-90805">
          <a:buFont typeface="Arial" panose="020B0604020202020204" pitchFamily="34" charset="0"/>
          <a:buChar char="•"/>
          <a:defRPr sz="1200" dirty="0" smtClean="0">
            <a:solidFill>
              <a:schemeClr val="tx1">
                <a:lumMod val="75000"/>
                <a:lumOff val="25000"/>
              </a:schemeClr>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微软雅黑+arial">
      <a:majorFont>
        <a:latin typeface="Arial Black"/>
        <a:ea typeface="微软雅黑"/>
        <a:cs typeface=""/>
      </a:majorFont>
      <a:minorFont>
        <a:latin typeface="Arial Narrow"/>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lumMod val="75000"/>
            <a:lumOff val="25000"/>
          </a:schemeClr>
        </a:solidFill>
        <a:ln>
          <a:noFill/>
        </a:ln>
      </a:spPr>
      <a:bodyPr rtlCol="0" anchor="ctr"/>
      <a:lstStyle>
        <a:defPPr algn="ctr">
          <a:defRPr sz="1200" b="1" dirty="0" smtClean="0"/>
        </a:defPPr>
      </a:lstStyle>
      <a:style>
        <a:lnRef idx="2">
          <a:schemeClr val="accent1">
            <a:shade val="50000"/>
          </a:schemeClr>
        </a:lnRef>
        <a:fillRef idx="1">
          <a:schemeClr val="accent1"/>
        </a:fillRef>
        <a:effectRef idx="0">
          <a:schemeClr val="accent1"/>
        </a:effectRef>
        <a:fontRef idx="minor">
          <a:schemeClr val="lt1"/>
        </a:fontRef>
      </a:style>
    </a:spDef>
    <a:txDef>
      <a:spPr/>
      <a:bodyPr wrap="square" lIns="72000" tIns="36000" rIns="72000" bIns="36000" rtlCol="0" anchor="ctr">
        <a:spAutoFit/>
      </a:bodyPr>
      <a:lstStyle>
        <a:defPPr marL="90805" indent="-90805">
          <a:buFont typeface="Arial" panose="020B0604020202020204" pitchFamily="34" charset="0"/>
          <a:buChar char="•"/>
          <a:defRPr sz="1200" dirty="0" smtClean="0">
            <a:solidFill>
              <a:schemeClr val="tx1">
                <a:lumMod val="75000"/>
                <a:lumOff val="25000"/>
              </a:schemeClr>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5013</TotalTime>
  <Words>537</Words>
  <Application>Microsoft Office PowerPoint</Application>
  <PresentationFormat>全屏显示(16:9)</PresentationFormat>
  <Paragraphs>103</Paragraphs>
  <Slides>2</Slides>
  <Notes>2</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2</vt:i4>
      </vt:variant>
    </vt:vector>
  </HeadingPairs>
  <TitlesOfParts>
    <vt:vector size="11" baseType="lpstr">
      <vt:lpstr>等线</vt:lpstr>
      <vt:lpstr>楷体</vt:lpstr>
      <vt:lpstr>微软雅黑</vt:lpstr>
      <vt:lpstr>Arial</vt:lpstr>
      <vt:lpstr>Arial Narrow</vt:lpstr>
      <vt:lpstr>Candara Light</vt:lpstr>
      <vt:lpstr>Wingdings</vt:lpstr>
      <vt:lpstr>1_Office 主题​​</vt:lpstr>
      <vt:lpstr>2_Office 主题​​</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Oppppp 888</dc:creator>
  <cp:lastModifiedBy>tao li</cp:lastModifiedBy>
  <cp:revision>3817</cp:revision>
  <cp:lastPrinted>2024-05-11T04:38:00Z</cp:lastPrinted>
  <dcterms:created xsi:type="dcterms:W3CDTF">2021-02-28T14:29:00Z</dcterms:created>
  <dcterms:modified xsi:type="dcterms:W3CDTF">2025-04-09T05:53:29Z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2052-11.1.0.12165</vt:lpwstr>
  </property>
  <property fmtid="{D5CDD505-2E9C-101B-9397-08002B2CF9AE}" pid="3" name="ICV">
    <vt:lpwstr>F3908AD448474BE18A8F78429CDCDBC8</vt:lpwstr>
  </property>
</Properties>
</file>