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11828601" r:id="rId2"/>
    <p:sldId id="11828603" r:id="rId3"/>
    <p:sldId id="11828604" r:id="rId4"/>
    <p:sldId id="11828605" r:id="rId5"/>
    <p:sldId id="11828606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138" autoAdjust="0"/>
  </p:normalViewPr>
  <p:slideViewPr>
    <p:cSldViewPr snapToGrid="0">
      <p:cViewPr varScale="1">
        <p:scale>
          <a:sx n="107" d="100"/>
          <a:sy n="107" d="100"/>
        </p:scale>
        <p:origin x="5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EA4D47-2B8D-434D-834E-FC3A0E30606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251B13-6F94-40FE-983E-0CEFD85CC2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755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527145-6AD1-FC79-7955-57C5BC00B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E5D5786-464D-9F42-F0D7-8853FD7343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54ED69-4509-7462-B8D7-353892BB9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1494E-375B-4E4C-BBF5-193C9A52470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073A16-4C17-164C-12E1-259598295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1A0B11-D25D-A49F-A461-DA8907056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3C95-711C-4198-9FD1-8D3D23C7A8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2831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EA5BC2-3595-2933-F028-06732F106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0A33F3-02F1-07AF-64A6-984E47995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0D152D-980B-2339-4AF5-97847C83D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1494E-375B-4E4C-BBF5-193C9A52470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81B808-5ECA-4AA6-52D9-2319FA67F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EC15E0-6248-0558-9972-42BE87056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3C95-711C-4198-9FD1-8D3D23C7A8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81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850FF9-466C-ECAE-5F47-9C8B56AEE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AB41FB-D574-3E18-849D-7B05CE1E6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982647-0792-FEA0-B327-817585022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1494E-375B-4E4C-BBF5-193C9A52470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803109-4BE2-4416-1550-29FCD33D5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D04C82-9819-7466-49A7-4D29AE6DA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3C95-711C-4198-9FD1-8D3D23C7A8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225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76A74F-B4E8-2703-F7CD-E7EA3B320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CF2A37-FCDA-3AAF-3A50-E16D0D06F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598B86-CAFA-DA74-270E-C7F113894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F70649-3ECA-4793-7A6D-C8FF69594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1494E-375B-4E4C-BBF5-193C9A52470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91DA12-FA86-D4F1-180A-09F24B603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321D5A-2AC9-0F8A-D86E-168F67A83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3C95-711C-4198-9FD1-8D3D23C7A8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0875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E09C1F-9F12-DCE1-664C-765510471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D062F1-45D4-7B89-AE43-DB4E9FD2F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98CC887-7C84-758B-7866-CD60E95F4E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0AF510C-3781-0668-559B-61C0CDCFED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FB4ED1A-5A62-18F0-27A7-3F909050EF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6E81398-99BA-BF90-3FFA-8789304E8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1494E-375B-4E4C-BBF5-193C9A52470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19E9D16-5651-4E36-11DA-AFADE91E4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11098CA-4665-57C3-B3E8-1CE67443A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3C95-711C-4198-9FD1-8D3D23C7A8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713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5D9A9C-7927-C4A0-B5A5-F79A0F01C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97C48D-2B7D-E7FC-6836-BCEE6D03B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1494E-375B-4E4C-BBF5-193C9A52470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8C1AB48-F8C8-08AC-E06A-60607AA69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BD2DFF-0294-B323-6674-718F69C74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3C95-711C-4198-9FD1-8D3D23C7A8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474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853CD86-F268-641B-6298-F08E7A558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1494E-375B-4E4C-BBF5-193C9A52470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6FF5F9-4962-B339-7694-46865FBC8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808544-7105-7051-9238-741C41D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3C95-711C-4198-9FD1-8D3D23C7A8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307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C5811C-D140-2BE8-7F6A-EDB4003AA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0F6A14-5F90-BEA5-C3F5-53B19CC0E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98C57C-5869-65EE-7613-4C004C043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E25F6E-DE4E-3545-E9B1-AE4CC3520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1494E-375B-4E4C-BBF5-193C9A52470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8C236F-8DA0-C5D2-F8DD-4219BDFDB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0BF007-150D-1D32-5ACF-E3A6F3DFA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3C95-711C-4198-9FD1-8D3D23C7A8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2480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97E25E-7225-CDC5-ED78-3377D26DF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67B8BA-3CDE-8B78-6C57-26C3E99E46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09E10F-9C58-FBFA-F2B8-C02D2A2498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3A482C-F252-4E88-722A-B5D5EB37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1494E-375B-4E4C-BBF5-193C9A52470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A62A28-7360-A245-6031-47377D84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C5385E-BC07-C66D-75E4-94872ACF9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3C95-711C-4198-9FD1-8D3D23C7A8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014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C72267-C5A9-790E-7F40-09566529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493349-0173-8E84-F675-CB23997E11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152C93-E5FD-23E1-B73A-EB343373F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1494E-375B-4E4C-BBF5-193C9A52470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EB74D0-4E0D-8EDD-E658-9180C48C3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BFD51C-905E-4B93-1475-031388BFE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3C95-711C-4198-9FD1-8D3D23C7A8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227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5B2E700-3C01-C425-4634-55D6315EDD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1AE9A4-CAAF-3B87-2AD5-703C69D78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ADC530-3C5C-7A26-5106-BBEAE94D5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1494E-375B-4E4C-BBF5-193C9A52470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C0A999-8317-6002-C964-1358521BB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783117-3994-7365-6BE6-DB4115809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3C95-711C-4198-9FD1-8D3D23C7A8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322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5632958-4D76-AE6D-E3C5-5BA66A193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275216-9DE8-81C8-10CE-09BFEB73E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E95C43-AFF2-3CA6-F090-FBF9DF90CD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1494E-375B-4E4C-BBF5-193C9A52470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9658E6-79AA-5C2D-0206-48670D066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D4A8BC-543E-29F8-E6E6-78BD2107FA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493C95-711C-4198-9FD1-8D3D23C7A8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51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83C3324-0A83-EB37-AADD-4241799D41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512" y="0"/>
            <a:ext cx="108009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32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1EC5645-22BD-C162-B114-0622975F0D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4408"/>
            <a:ext cx="12192000" cy="360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790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1485A08-3C4A-1174-4FA2-BD23D793A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6983"/>
            <a:ext cx="12192000" cy="372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40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D5BB0E1-27D0-BE30-B401-961FED5C60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56" y="0"/>
            <a:ext cx="100182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842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502D12D-5205-DD66-BE00-E3DCADB4B0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037" y="0"/>
            <a:ext cx="98399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921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0</Words>
  <Application>Microsoft Office PowerPoint</Application>
  <PresentationFormat>宽屏</PresentationFormat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濛 沈</dc:creator>
  <cp:lastModifiedBy>濛 沈</cp:lastModifiedBy>
  <cp:revision>9</cp:revision>
  <dcterms:created xsi:type="dcterms:W3CDTF">2025-04-13T08:35:59Z</dcterms:created>
  <dcterms:modified xsi:type="dcterms:W3CDTF">2025-09-25T13:52:55Z</dcterms:modified>
</cp:coreProperties>
</file>